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Fredoka"/>
      <p:regular r:id="rId18"/>
      <p:bold r:id="rId19"/>
    </p:embeddedFont>
    <p:embeddedFont>
      <p:font typeface="Anaheim"/>
      <p:regular r:id="rId20"/>
      <p:bold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Abhaya Libr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ora Bromber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aheim-regular.fntdata"/><Relationship Id="rId22" Type="http://schemas.openxmlformats.org/officeDocument/2006/relationships/font" Target="fonts/Montserrat-regular.fntdata"/><Relationship Id="rId21" Type="http://schemas.openxmlformats.org/officeDocument/2006/relationships/font" Target="fonts/Anaheim-bold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AbhayaLibre-regular.fntdata"/><Relationship Id="rId25" Type="http://schemas.openxmlformats.org/officeDocument/2006/relationships/font" Target="fonts/Montserrat-boldItalic.fntdata"/><Relationship Id="rId27" Type="http://schemas.openxmlformats.org/officeDocument/2006/relationships/font" Target="fonts/AbhayaLibre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Fredoka-bold.fntdata"/><Relationship Id="rId18" Type="http://schemas.openxmlformats.org/officeDocument/2006/relationships/font" Target="fonts/Fredoka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9T00:53:19.433">
    <p:pos x="80" y="501"/>
    <p:text>teamwork makes the dream work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e4b5a6e4b_3_4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be4b5a6e4b_3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e4b5a6e4b_3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be4b5a6e4b_3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4dc4feee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d4dc4feee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e4b5a6e4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e4b5a6e4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970139a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970139a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bfacd612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bfacd612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be4b5a6e4b_3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3be4b5a6e4b_3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f65acd74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bf65acd74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d4dc4fee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d4dc4fee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e4b5a6e4b_3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be4b5a6e4b_3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3336338"/>
            <a:ext cx="9143957" cy="2019576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82500" y="3486150"/>
            <a:ext cx="54975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782500" y="539500"/>
            <a:ext cx="5652600" cy="28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8181800" y="2905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978600" y="4407625"/>
            <a:ext cx="497954" cy="497954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215275" y="16417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8661350" y="1179950"/>
            <a:ext cx="387057" cy="387057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086025" y="2322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795975" y="44859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-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>
            <a:off x="7706175" y="3085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2350" y="2189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088575" y="1876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8349100" y="386307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9650" y="34089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 flipH="1">
            <a:off x="-940950" y="4660177"/>
            <a:ext cx="2206396" cy="324302"/>
            <a:chOff x="969300" y="2908625"/>
            <a:chExt cx="1760750" cy="258800"/>
          </a:xfrm>
        </p:grpSpPr>
        <p:sp>
          <p:nvSpPr>
            <p:cNvPr id="72" name="Google Shape;72;p15"/>
            <p:cNvSpPr/>
            <p:nvPr/>
          </p:nvSpPr>
          <p:spPr>
            <a:xfrm>
              <a:off x="998900" y="2941100"/>
              <a:ext cx="366025" cy="152550"/>
            </a:xfrm>
            <a:custGeom>
              <a:rect b="b" l="l" r="r" t="t"/>
              <a:pathLst>
                <a:path extrusionOk="0" h="6102" w="14641">
                  <a:moveTo>
                    <a:pt x="0" y="1"/>
                  </a:moveTo>
                  <a:lnTo>
                    <a:pt x="667" y="6101"/>
                  </a:lnTo>
                  <a:lnTo>
                    <a:pt x="13974" y="6101"/>
                  </a:lnTo>
                  <a:lnTo>
                    <a:pt x="14641" y="1"/>
                  </a:lnTo>
                  <a:lnTo>
                    <a:pt x="14026" y="1"/>
                  </a:lnTo>
                  <a:lnTo>
                    <a:pt x="13738" y="1903"/>
                  </a:lnTo>
                  <a:lnTo>
                    <a:pt x="13738" y="1"/>
                  </a:lnTo>
                  <a:lnTo>
                    <a:pt x="7540" y="1"/>
                  </a:lnTo>
                  <a:lnTo>
                    <a:pt x="7324" y="1903"/>
                  </a:lnTo>
                  <a:lnTo>
                    <a:pt x="7108" y="1"/>
                  </a:lnTo>
                  <a:lnTo>
                    <a:pt x="1197" y="1"/>
                  </a:lnTo>
                  <a:lnTo>
                    <a:pt x="1197" y="190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028000" y="2995700"/>
              <a:ext cx="330875" cy="97950"/>
            </a:xfrm>
            <a:custGeom>
              <a:rect b="b" l="l" r="r" t="t"/>
              <a:pathLst>
                <a:path extrusionOk="0" h="3918" w="13235">
                  <a:moveTo>
                    <a:pt x="13235" y="0"/>
                  </a:moveTo>
                  <a:lnTo>
                    <a:pt x="13235" y="0"/>
                  </a:lnTo>
                  <a:cubicBezTo>
                    <a:pt x="10260" y="3080"/>
                    <a:pt x="0" y="3917"/>
                    <a:pt x="0" y="3917"/>
                  </a:cubicBezTo>
                  <a:lnTo>
                    <a:pt x="12810" y="3917"/>
                  </a:lnTo>
                  <a:lnTo>
                    <a:pt x="13235" y="0"/>
                  </a:ln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061825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1" y="1"/>
                  </a:moveTo>
                  <a:lnTo>
                    <a:pt x="707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112350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0" y="1"/>
                  </a:moveTo>
                  <a:lnTo>
                    <a:pt x="373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271900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706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229725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373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969300" y="2908625"/>
              <a:ext cx="1760750" cy="258800"/>
            </a:xfrm>
            <a:custGeom>
              <a:rect b="b" l="l" r="r" t="t"/>
              <a:pathLst>
                <a:path extrusionOk="0" h="10352" w="70430">
                  <a:moveTo>
                    <a:pt x="40459" y="1"/>
                  </a:moveTo>
                  <a:cubicBezTo>
                    <a:pt x="32685" y="1"/>
                    <a:pt x="28143" y="1698"/>
                    <a:pt x="25999" y="2947"/>
                  </a:cubicBezTo>
                  <a:cubicBezTo>
                    <a:pt x="23710" y="4288"/>
                    <a:pt x="17544" y="6890"/>
                    <a:pt x="15766" y="6890"/>
                  </a:cubicBezTo>
                  <a:lnTo>
                    <a:pt x="1590" y="6890"/>
                  </a:lnTo>
                  <a:cubicBezTo>
                    <a:pt x="570" y="6890"/>
                    <a:pt x="1" y="8610"/>
                    <a:pt x="825" y="9368"/>
                  </a:cubicBezTo>
                  <a:cubicBezTo>
                    <a:pt x="1535" y="10022"/>
                    <a:pt x="5212" y="10351"/>
                    <a:pt x="7932" y="10351"/>
                  </a:cubicBezTo>
                  <a:cubicBezTo>
                    <a:pt x="8393" y="10351"/>
                    <a:pt x="8827" y="10342"/>
                    <a:pt x="9214" y="10323"/>
                  </a:cubicBezTo>
                  <a:cubicBezTo>
                    <a:pt x="11888" y="10199"/>
                    <a:pt x="17799" y="9558"/>
                    <a:pt x="21036" y="8034"/>
                  </a:cubicBezTo>
                  <a:cubicBezTo>
                    <a:pt x="24279" y="6511"/>
                    <a:pt x="26633" y="5877"/>
                    <a:pt x="30890" y="5877"/>
                  </a:cubicBezTo>
                  <a:lnTo>
                    <a:pt x="45256" y="5877"/>
                  </a:lnTo>
                  <a:cubicBezTo>
                    <a:pt x="46910" y="5877"/>
                    <a:pt x="59752" y="7021"/>
                    <a:pt x="63433" y="7021"/>
                  </a:cubicBezTo>
                  <a:cubicBezTo>
                    <a:pt x="67121" y="7021"/>
                    <a:pt x="68972" y="6805"/>
                    <a:pt x="69475" y="6256"/>
                  </a:cubicBezTo>
                  <a:cubicBezTo>
                    <a:pt x="70129" y="5543"/>
                    <a:pt x="70430" y="4477"/>
                    <a:pt x="68651" y="3712"/>
                  </a:cubicBezTo>
                  <a:cubicBezTo>
                    <a:pt x="67173" y="3078"/>
                    <a:pt x="50853" y="280"/>
                    <a:pt x="42078" y="25"/>
                  </a:cubicBezTo>
                  <a:cubicBezTo>
                    <a:pt x="41523" y="8"/>
                    <a:pt x="40984" y="1"/>
                    <a:pt x="40459" y="1"/>
                  </a:cubicBezTo>
                  <a:close/>
                </a:path>
              </a:pathLst>
            </a:custGeom>
            <a:solidFill>
              <a:srgbClr val="6B86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619775" y="2908650"/>
              <a:ext cx="753100" cy="87150"/>
            </a:xfrm>
            <a:custGeom>
              <a:rect b="b" l="l" r="r" t="t"/>
              <a:pathLst>
                <a:path extrusionOk="0" h="3486" w="30124">
                  <a:moveTo>
                    <a:pt x="14470" y="1"/>
                  </a:moveTo>
                  <a:cubicBezTo>
                    <a:pt x="7582" y="1"/>
                    <a:pt x="3226" y="1327"/>
                    <a:pt x="823" y="2495"/>
                  </a:cubicBezTo>
                  <a:cubicBezTo>
                    <a:pt x="1" y="2946"/>
                    <a:pt x="64" y="3486"/>
                    <a:pt x="1175" y="3486"/>
                  </a:cubicBezTo>
                  <a:cubicBezTo>
                    <a:pt x="1609" y="3486"/>
                    <a:pt x="2204" y="3403"/>
                    <a:pt x="2968" y="3201"/>
                  </a:cubicBezTo>
                  <a:cubicBezTo>
                    <a:pt x="5204" y="2614"/>
                    <a:pt x="11480" y="1658"/>
                    <a:pt x="18954" y="1658"/>
                  </a:cubicBezTo>
                  <a:cubicBezTo>
                    <a:pt x="20550" y="1658"/>
                    <a:pt x="22201" y="1702"/>
                    <a:pt x="23879" y="1802"/>
                  </a:cubicBezTo>
                  <a:cubicBezTo>
                    <a:pt x="24773" y="1857"/>
                    <a:pt x="25563" y="1881"/>
                    <a:pt x="26261" y="1881"/>
                  </a:cubicBezTo>
                  <a:cubicBezTo>
                    <a:pt x="28149" y="1881"/>
                    <a:pt x="29360" y="1700"/>
                    <a:pt x="30124" y="1442"/>
                  </a:cubicBezTo>
                  <a:cubicBezTo>
                    <a:pt x="25246" y="743"/>
                    <a:pt x="19923" y="135"/>
                    <a:pt x="16059" y="24"/>
                  </a:cubicBezTo>
                  <a:cubicBezTo>
                    <a:pt x="15515" y="8"/>
                    <a:pt x="14985" y="1"/>
                    <a:pt x="14470" y="1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028000" y="3017275"/>
              <a:ext cx="1690950" cy="150125"/>
            </a:xfrm>
            <a:custGeom>
              <a:rect b="b" l="l" r="r" t="t"/>
              <a:pathLst>
                <a:path extrusionOk="0" h="6005" w="67638">
                  <a:moveTo>
                    <a:pt x="32164" y="1"/>
                  </a:moveTo>
                  <a:cubicBezTo>
                    <a:pt x="25305" y="1"/>
                    <a:pt x="22252" y="831"/>
                    <a:pt x="17295" y="3054"/>
                  </a:cubicBezTo>
                  <a:cubicBezTo>
                    <a:pt x="13238" y="4872"/>
                    <a:pt x="7445" y="5684"/>
                    <a:pt x="2857" y="5684"/>
                  </a:cubicBezTo>
                  <a:cubicBezTo>
                    <a:pt x="1834" y="5684"/>
                    <a:pt x="871" y="5644"/>
                    <a:pt x="0" y="5565"/>
                  </a:cubicBezTo>
                  <a:lnTo>
                    <a:pt x="0" y="5565"/>
                  </a:lnTo>
                  <a:cubicBezTo>
                    <a:pt x="1507" y="5858"/>
                    <a:pt x="3771" y="6004"/>
                    <a:pt x="5597" y="6004"/>
                  </a:cubicBezTo>
                  <a:cubicBezTo>
                    <a:pt x="6054" y="6004"/>
                    <a:pt x="6483" y="5995"/>
                    <a:pt x="6866" y="5977"/>
                  </a:cubicBezTo>
                  <a:cubicBezTo>
                    <a:pt x="9540" y="5853"/>
                    <a:pt x="15451" y="5212"/>
                    <a:pt x="18695" y="3688"/>
                  </a:cubicBezTo>
                  <a:cubicBezTo>
                    <a:pt x="21931" y="2165"/>
                    <a:pt x="24285" y="1531"/>
                    <a:pt x="28542" y="1531"/>
                  </a:cubicBezTo>
                  <a:lnTo>
                    <a:pt x="42908" y="1531"/>
                  </a:lnTo>
                  <a:cubicBezTo>
                    <a:pt x="44562" y="1531"/>
                    <a:pt x="57404" y="2675"/>
                    <a:pt x="61092" y="2675"/>
                  </a:cubicBezTo>
                  <a:cubicBezTo>
                    <a:pt x="64773" y="2675"/>
                    <a:pt x="66624" y="2459"/>
                    <a:pt x="67127" y="1910"/>
                  </a:cubicBezTo>
                  <a:cubicBezTo>
                    <a:pt x="67408" y="1596"/>
                    <a:pt x="67631" y="1223"/>
                    <a:pt x="67637" y="831"/>
                  </a:cubicBezTo>
                  <a:lnTo>
                    <a:pt x="67637" y="831"/>
                  </a:lnTo>
                  <a:cubicBezTo>
                    <a:pt x="67214" y="1718"/>
                    <a:pt x="66138" y="1972"/>
                    <a:pt x="64310" y="1972"/>
                  </a:cubicBezTo>
                  <a:cubicBezTo>
                    <a:pt x="63119" y="1972"/>
                    <a:pt x="61609" y="1864"/>
                    <a:pt x="59751" y="1753"/>
                  </a:cubicBezTo>
                  <a:cubicBezTo>
                    <a:pt x="55050" y="1472"/>
                    <a:pt x="39030" y="1"/>
                    <a:pt x="32164" y="1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5"/>
          <p:cNvSpPr/>
          <p:nvPr/>
        </p:nvSpPr>
        <p:spPr>
          <a:xfrm>
            <a:off x="8688063" y="19949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>
            <p:ph idx="2" type="pic"/>
          </p:nvPr>
        </p:nvSpPr>
        <p:spPr>
          <a:xfrm>
            <a:off x="763000" y="1082250"/>
            <a:ext cx="2979000" cy="2979000"/>
          </a:xfrm>
          <a:prstGeom prst="ellipse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4056950" y="1453250"/>
            <a:ext cx="31854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4056950" y="2202650"/>
            <a:ext cx="31854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16"/>
          <p:cNvSpPr/>
          <p:nvPr/>
        </p:nvSpPr>
        <p:spPr>
          <a:xfrm>
            <a:off x="7038148" y="2538650"/>
            <a:ext cx="2105875" cy="2614058"/>
          </a:xfrm>
          <a:custGeom>
            <a:rect b="b" l="l" r="r" t="t"/>
            <a:pathLst>
              <a:path extrusionOk="0" h="40286" w="32453">
                <a:moveTo>
                  <a:pt x="32453" y="1"/>
                </a:moveTo>
                <a:cubicBezTo>
                  <a:pt x="14157" y="2283"/>
                  <a:pt x="1" y="17891"/>
                  <a:pt x="1" y="36807"/>
                </a:cubicBezTo>
                <a:cubicBezTo>
                  <a:pt x="1" y="37978"/>
                  <a:pt x="60" y="39135"/>
                  <a:pt x="164" y="40286"/>
                </a:cubicBezTo>
                <a:lnTo>
                  <a:pt x="32453" y="40286"/>
                </a:lnTo>
                <a:lnTo>
                  <a:pt x="324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099950" y="7307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997125" y="2942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007125" y="4414075"/>
            <a:ext cx="497954" cy="497954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8653950" y="36294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194375" y="3511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2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>
            <p:ph idx="1" type="subTitle"/>
          </p:nvPr>
        </p:nvSpPr>
        <p:spPr>
          <a:xfrm>
            <a:off x="794802" y="3096735"/>
            <a:ext cx="2258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2" type="subTitle"/>
          </p:nvPr>
        </p:nvSpPr>
        <p:spPr>
          <a:xfrm>
            <a:off x="794800" y="3391923"/>
            <a:ext cx="22581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6" name="Google Shape;96;p17"/>
          <p:cNvSpPr txBox="1"/>
          <p:nvPr>
            <p:ph idx="3" type="subTitle"/>
          </p:nvPr>
        </p:nvSpPr>
        <p:spPr>
          <a:xfrm>
            <a:off x="3410525" y="3096735"/>
            <a:ext cx="2258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4" type="subTitle"/>
          </p:nvPr>
        </p:nvSpPr>
        <p:spPr>
          <a:xfrm>
            <a:off x="3410525" y="3391925"/>
            <a:ext cx="22581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8" name="Google Shape;98;p17"/>
          <p:cNvSpPr txBox="1"/>
          <p:nvPr>
            <p:ph idx="5" type="subTitle"/>
          </p:nvPr>
        </p:nvSpPr>
        <p:spPr>
          <a:xfrm>
            <a:off x="6026248" y="3096735"/>
            <a:ext cx="2258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6" type="subTitle"/>
          </p:nvPr>
        </p:nvSpPr>
        <p:spPr>
          <a:xfrm>
            <a:off x="6026250" y="3391925"/>
            <a:ext cx="22581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1" name="Google Shape;101;p17"/>
          <p:cNvSpPr/>
          <p:nvPr>
            <p:ph idx="7" type="pic"/>
          </p:nvPr>
        </p:nvSpPr>
        <p:spPr>
          <a:xfrm>
            <a:off x="870625" y="1510300"/>
            <a:ext cx="1253700" cy="12537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7"/>
          <p:cNvSpPr/>
          <p:nvPr>
            <p:ph idx="8" type="pic"/>
          </p:nvPr>
        </p:nvSpPr>
        <p:spPr>
          <a:xfrm>
            <a:off x="3493950" y="1510300"/>
            <a:ext cx="1253700" cy="12537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7"/>
          <p:cNvSpPr/>
          <p:nvPr>
            <p:ph idx="9" type="pic"/>
          </p:nvPr>
        </p:nvSpPr>
        <p:spPr>
          <a:xfrm>
            <a:off x="6117275" y="1510300"/>
            <a:ext cx="1253700" cy="12537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7"/>
          <p:cNvSpPr/>
          <p:nvPr/>
        </p:nvSpPr>
        <p:spPr>
          <a:xfrm>
            <a:off x="515300" y="7032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040350" y="2146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717338" y="35667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8670558" y="79822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55700" y="435960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8"/>
          <p:cNvSpPr/>
          <p:nvPr>
            <p:ph idx="2" type="pic"/>
          </p:nvPr>
        </p:nvSpPr>
        <p:spPr>
          <a:xfrm>
            <a:off x="770625" y="2334638"/>
            <a:ext cx="948300" cy="9483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8"/>
          <p:cNvSpPr/>
          <p:nvPr>
            <p:ph idx="3" type="pic"/>
          </p:nvPr>
        </p:nvSpPr>
        <p:spPr>
          <a:xfrm>
            <a:off x="770625" y="3542250"/>
            <a:ext cx="948300" cy="9483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8"/>
          <p:cNvSpPr/>
          <p:nvPr/>
        </p:nvSpPr>
        <p:spPr>
          <a:xfrm>
            <a:off x="4449363" y="1937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53150" y="4168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7874038" y="26932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391775" y="340437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523725" y="4749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374550" y="4749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16375" y="31591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0" y="4515200"/>
            <a:ext cx="9143957" cy="628304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1393500" y="2066588"/>
            <a:ext cx="63570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4" name="Google Shape;124;p19"/>
          <p:cNvSpPr txBox="1"/>
          <p:nvPr>
            <p:ph idx="2" type="title"/>
          </p:nvPr>
        </p:nvSpPr>
        <p:spPr>
          <a:xfrm>
            <a:off x="3472200" y="539500"/>
            <a:ext cx="21996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2190150" y="3862687"/>
            <a:ext cx="47637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grpSp>
        <p:nvGrpSpPr>
          <p:cNvPr id="126" name="Google Shape;126;p19"/>
          <p:cNvGrpSpPr/>
          <p:nvPr/>
        </p:nvGrpSpPr>
        <p:grpSpPr>
          <a:xfrm>
            <a:off x="-1059950" y="251655"/>
            <a:ext cx="4284090" cy="4504402"/>
            <a:chOff x="-1059950" y="251655"/>
            <a:chExt cx="4284090" cy="4504402"/>
          </a:xfrm>
        </p:grpSpPr>
        <p:grpSp>
          <p:nvGrpSpPr>
            <p:cNvPr id="127" name="Google Shape;127;p19"/>
            <p:cNvGrpSpPr/>
            <p:nvPr/>
          </p:nvGrpSpPr>
          <p:grpSpPr>
            <a:xfrm rot="8415650">
              <a:off x="-53320" y="518925"/>
              <a:ext cx="2270829" cy="3969861"/>
              <a:chOff x="2177025" y="1164850"/>
              <a:chExt cx="822275" cy="1437500"/>
            </a:xfrm>
          </p:grpSpPr>
          <p:sp>
            <p:nvSpPr>
              <p:cNvPr id="128" name="Google Shape;128;p19"/>
              <p:cNvSpPr/>
              <p:nvPr/>
            </p:nvSpPr>
            <p:spPr>
              <a:xfrm>
                <a:off x="2368775" y="2227025"/>
                <a:ext cx="129650" cy="254475"/>
              </a:xfrm>
              <a:custGeom>
                <a:rect b="b" l="l" r="r" t="t"/>
                <a:pathLst>
                  <a:path extrusionOk="0" h="10179" w="5186">
                    <a:moveTo>
                      <a:pt x="4770" y="1"/>
                    </a:moveTo>
                    <a:cubicBezTo>
                      <a:pt x="4633" y="1"/>
                      <a:pt x="4503" y="79"/>
                      <a:pt x="4446" y="212"/>
                    </a:cubicBezTo>
                    <a:lnTo>
                      <a:pt x="79" y="9660"/>
                    </a:lnTo>
                    <a:cubicBezTo>
                      <a:pt x="0" y="9843"/>
                      <a:pt x="79" y="10059"/>
                      <a:pt x="262" y="10144"/>
                    </a:cubicBezTo>
                    <a:cubicBezTo>
                      <a:pt x="310" y="10167"/>
                      <a:pt x="361" y="10178"/>
                      <a:pt x="412" y="10178"/>
                    </a:cubicBezTo>
                    <a:cubicBezTo>
                      <a:pt x="546" y="10178"/>
                      <a:pt x="677" y="10100"/>
                      <a:pt x="739" y="9967"/>
                    </a:cubicBezTo>
                    <a:lnTo>
                      <a:pt x="5100" y="519"/>
                    </a:lnTo>
                    <a:cubicBezTo>
                      <a:pt x="5185" y="336"/>
                      <a:pt x="5107" y="120"/>
                      <a:pt x="4924" y="35"/>
                    </a:cubicBezTo>
                    <a:cubicBezTo>
                      <a:pt x="4874" y="12"/>
                      <a:pt x="4821" y="1"/>
                      <a:pt x="47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9"/>
              <p:cNvSpPr/>
              <p:nvPr/>
            </p:nvSpPr>
            <p:spPr>
              <a:xfrm>
                <a:off x="2457700" y="1164850"/>
                <a:ext cx="541600" cy="1101150"/>
              </a:xfrm>
              <a:custGeom>
                <a:rect b="b" l="l" r="r" t="t"/>
                <a:pathLst>
                  <a:path extrusionOk="0" h="44046" w="21664">
                    <a:moveTo>
                      <a:pt x="20545" y="1"/>
                    </a:moveTo>
                    <a:cubicBezTo>
                      <a:pt x="20174" y="1"/>
                      <a:pt x="19818" y="212"/>
                      <a:pt x="19656" y="570"/>
                    </a:cubicBezTo>
                    <a:lnTo>
                      <a:pt x="229" y="42653"/>
                    </a:lnTo>
                    <a:cubicBezTo>
                      <a:pt x="0" y="43143"/>
                      <a:pt x="216" y="43732"/>
                      <a:pt x="706" y="43954"/>
                    </a:cubicBezTo>
                    <a:cubicBezTo>
                      <a:pt x="839" y="44016"/>
                      <a:pt x="979" y="44046"/>
                      <a:pt x="1117" y="44046"/>
                    </a:cubicBezTo>
                    <a:cubicBezTo>
                      <a:pt x="1487" y="44046"/>
                      <a:pt x="1841" y="43834"/>
                      <a:pt x="2008" y="43477"/>
                    </a:cubicBezTo>
                    <a:lnTo>
                      <a:pt x="21434" y="1394"/>
                    </a:lnTo>
                    <a:cubicBezTo>
                      <a:pt x="21663" y="903"/>
                      <a:pt x="21447" y="315"/>
                      <a:pt x="20957" y="92"/>
                    </a:cubicBezTo>
                    <a:cubicBezTo>
                      <a:pt x="20824" y="30"/>
                      <a:pt x="20683" y="1"/>
                      <a:pt x="20545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>
                <a:off x="2491200" y="1846200"/>
                <a:ext cx="194400" cy="345425"/>
              </a:xfrm>
              <a:custGeom>
                <a:rect b="b" l="l" r="r" t="t"/>
                <a:pathLst>
                  <a:path extrusionOk="0" h="13817" w="7776">
                    <a:moveTo>
                      <a:pt x="5997" y="0"/>
                    </a:moveTo>
                    <a:lnTo>
                      <a:pt x="1" y="12993"/>
                    </a:lnTo>
                    <a:lnTo>
                      <a:pt x="1779" y="13817"/>
                    </a:lnTo>
                    <a:lnTo>
                      <a:pt x="7775" y="818"/>
                    </a:lnTo>
                    <a:lnTo>
                      <a:pt x="5997" y="0"/>
                    </a:lnTo>
                    <a:close/>
                  </a:path>
                </a:pathLst>
              </a:custGeom>
              <a:solidFill>
                <a:srgbClr val="1A2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9"/>
              <p:cNvSpPr/>
              <p:nvPr/>
            </p:nvSpPr>
            <p:spPr>
              <a:xfrm>
                <a:off x="2536800" y="1945100"/>
                <a:ext cx="103175" cy="147475"/>
              </a:xfrm>
              <a:custGeom>
                <a:rect b="b" l="l" r="r" t="t"/>
                <a:pathLst>
                  <a:path extrusionOk="0" h="5899" w="4127">
                    <a:moveTo>
                      <a:pt x="2348" y="0"/>
                    </a:moveTo>
                    <a:lnTo>
                      <a:pt x="1" y="5081"/>
                    </a:lnTo>
                    <a:lnTo>
                      <a:pt x="1779" y="5898"/>
                    </a:lnTo>
                    <a:lnTo>
                      <a:pt x="4127" y="824"/>
                    </a:lnTo>
                    <a:lnTo>
                      <a:pt x="2348" y="0"/>
                    </a:lnTo>
                    <a:close/>
                  </a:path>
                </a:pathLst>
              </a:custGeom>
              <a:solidFill>
                <a:srgbClr val="1C0D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9"/>
              <p:cNvSpPr/>
              <p:nvPr/>
            </p:nvSpPr>
            <p:spPr>
              <a:xfrm>
                <a:off x="2482700" y="1217775"/>
                <a:ext cx="487650" cy="1029525"/>
              </a:xfrm>
              <a:custGeom>
                <a:rect b="b" l="l" r="r" t="t"/>
                <a:pathLst>
                  <a:path extrusionOk="0" h="41181" w="19506">
                    <a:moveTo>
                      <a:pt x="19090" y="1"/>
                    </a:moveTo>
                    <a:cubicBezTo>
                      <a:pt x="18953" y="1"/>
                      <a:pt x="18822" y="79"/>
                      <a:pt x="18760" y="212"/>
                    </a:cubicBezTo>
                    <a:lnTo>
                      <a:pt x="86" y="40667"/>
                    </a:lnTo>
                    <a:cubicBezTo>
                      <a:pt x="1" y="40850"/>
                      <a:pt x="86" y="41066"/>
                      <a:pt x="262" y="41151"/>
                    </a:cubicBezTo>
                    <a:cubicBezTo>
                      <a:pt x="310" y="41171"/>
                      <a:pt x="360" y="41181"/>
                      <a:pt x="410" y="41181"/>
                    </a:cubicBezTo>
                    <a:cubicBezTo>
                      <a:pt x="549" y="41181"/>
                      <a:pt x="683" y="41103"/>
                      <a:pt x="746" y="40967"/>
                    </a:cubicBezTo>
                    <a:lnTo>
                      <a:pt x="19421" y="519"/>
                    </a:lnTo>
                    <a:cubicBezTo>
                      <a:pt x="19506" y="336"/>
                      <a:pt x="19427" y="120"/>
                      <a:pt x="19244" y="35"/>
                    </a:cubicBezTo>
                    <a:cubicBezTo>
                      <a:pt x="19194" y="12"/>
                      <a:pt x="19142" y="1"/>
                      <a:pt x="19090" y="1"/>
                    </a:cubicBezTo>
                    <a:close/>
                  </a:path>
                </a:pathLst>
              </a:custGeom>
              <a:solidFill>
                <a:srgbClr val="FFFFFF">
                  <a:alpha val="5843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>
                <a:off x="2177025" y="2387075"/>
                <a:ext cx="245375" cy="215275"/>
              </a:xfrm>
              <a:custGeom>
                <a:rect b="b" l="l" r="r" t="t"/>
                <a:pathLst>
                  <a:path extrusionOk="0" h="8611" w="9815">
                    <a:moveTo>
                      <a:pt x="4904" y="1"/>
                    </a:moveTo>
                    <a:cubicBezTo>
                      <a:pt x="3279" y="1"/>
                      <a:pt x="1725" y="927"/>
                      <a:pt x="1001" y="2500"/>
                    </a:cubicBezTo>
                    <a:cubicBezTo>
                      <a:pt x="0" y="4664"/>
                      <a:pt x="942" y="7221"/>
                      <a:pt x="3106" y="8214"/>
                    </a:cubicBezTo>
                    <a:cubicBezTo>
                      <a:pt x="3689" y="8483"/>
                      <a:pt x="4302" y="8610"/>
                      <a:pt x="4905" y="8610"/>
                    </a:cubicBezTo>
                    <a:cubicBezTo>
                      <a:pt x="6532" y="8610"/>
                      <a:pt x="8089" y="7683"/>
                      <a:pt x="8814" y="6109"/>
                    </a:cubicBezTo>
                    <a:cubicBezTo>
                      <a:pt x="9815" y="3951"/>
                      <a:pt x="8867" y="1395"/>
                      <a:pt x="6709" y="401"/>
                    </a:cubicBezTo>
                    <a:cubicBezTo>
                      <a:pt x="6123" y="129"/>
                      <a:pt x="5509" y="1"/>
                      <a:pt x="4904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2191075" y="2399375"/>
                <a:ext cx="217275" cy="190750"/>
              </a:xfrm>
              <a:custGeom>
                <a:rect b="b" l="l" r="r" t="t"/>
                <a:pathLst>
                  <a:path extrusionOk="0" h="7630" w="8691">
                    <a:moveTo>
                      <a:pt x="4344" y="1"/>
                    </a:moveTo>
                    <a:cubicBezTo>
                      <a:pt x="2903" y="1"/>
                      <a:pt x="1527" y="820"/>
                      <a:pt x="883" y="2217"/>
                    </a:cubicBezTo>
                    <a:cubicBezTo>
                      <a:pt x="0" y="4126"/>
                      <a:pt x="831" y="6395"/>
                      <a:pt x="2747" y="7278"/>
                    </a:cubicBezTo>
                    <a:cubicBezTo>
                      <a:pt x="3263" y="7517"/>
                      <a:pt x="3806" y="7630"/>
                      <a:pt x="4340" y="7630"/>
                    </a:cubicBezTo>
                    <a:cubicBezTo>
                      <a:pt x="5782" y="7630"/>
                      <a:pt x="7164" y="6807"/>
                      <a:pt x="7808" y="5414"/>
                    </a:cubicBezTo>
                    <a:cubicBezTo>
                      <a:pt x="8690" y="3498"/>
                      <a:pt x="7854" y="1236"/>
                      <a:pt x="5944" y="353"/>
                    </a:cubicBezTo>
                    <a:cubicBezTo>
                      <a:pt x="5425" y="114"/>
                      <a:pt x="4880" y="1"/>
                      <a:pt x="4344" y="1"/>
                    </a:cubicBezTo>
                    <a:close/>
                  </a:path>
                </a:pathLst>
              </a:custGeom>
              <a:solidFill>
                <a:srgbClr val="E4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19"/>
            <p:cNvSpPr/>
            <p:nvPr/>
          </p:nvSpPr>
          <p:spPr>
            <a:xfrm rot="-1384007">
              <a:off x="380580" y="570323"/>
              <a:ext cx="200782" cy="212767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9"/>
          <p:cNvSpPr/>
          <p:nvPr/>
        </p:nvSpPr>
        <p:spPr>
          <a:xfrm>
            <a:off x="414600" y="36742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230975" y="4110625"/>
            <a:ext cx="497954" cy="497954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8430775" y="31620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2552225" y="1464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781825" y="3565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 flipH="1">
            <a:off x="-4" y="2243125"/>
            <a:ext cx="2336454" cy="2900391"/>
          </a:xfrm>
          <a:custGeom>
            <a:rect b="b" l="l" r="r" t="t"/>
            <a:pathLst>
              <a:path extrusionOk="0" h="40286" w="32453">
                <a:moveTo>
                  <a:pt x="32453" y="1"/>
                </a:moveTo>
                <a:cubicBezTo>
                  <a:pt x="14157" y="2283"/>
                  <a:pt x="1" y="17891"/>
                  <a:pt x="1" y="36807"/>
                </a:cubicBezTo>
                <a:cubicBezTo>
                  <a:pt x="1" y="37978"/>
                  <a:pt x="60" y="39135"/>
                  <a:pt x="164" y="40286"/>
                </a:cubicBezTo>
                <a:lnTo>
                  <a:pt x="32453" y="40286"/>
                </a:lnTo>
                <a:lnTo>
                  <a:pt x="324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4105050" y="1971800"/>
            <a:ext cx="40713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144" name="Google Shape;144;p20"/>
          <p:cNvSpPr/>
          <p:nvPr>
            <p:ph idx="2" type="pic"/>
          </p:nvPr>
        </p:nvSpPr>
        <p:spPr>
          <a:xfrm>
            <a:off x="794625" y="1285475"/>
            <a:ext cx="2875200" cy="28752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4105050" y="539500"/>
            <a:ext cx="432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6" name="Google Shape;146;p20"/>
          <p:cNvSpPr/>
          <p:nvPr/>
        </p:nvSpPr>
        <p:spPr>
          <a:xfrm>
            <a:off x="142500" y="28527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19225" y="46085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87725" y="4426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0" y="4515200"/>
            <a:ext cx="9143957" cy="628304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1177998" y="3326535"/>
            <a:ext cx="4798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1314062" y="1287325"/>
            <a:ext cx="45261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/>
            </a:lvl9pPr>
          </a:lstStyle>
          <a:p/>
        </p:txBody>
      </p:sp>
      <p:sp>
        <p:nvSpPr>
          <p:cNvPr id="153" name="Google Shape;153;p21"/>
          <p:cNvSpPr/>
          <p:nvPr/>
        </p:nvSpPr>
        <p:spPr>
          <a:xfrm>
            <a:off x="614700" y="12533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1482650" y="42990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90600" y="34653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041975" y="2905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8386050" y="44363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411500" y="24119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-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713225" y="1353125"/>
            <a:ext cx="4653600" cy="3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2"/>
          <p:cNvSpPr/>
          <p:nvPr>
            <p:ph idx="2" type="pic"/>
          </p:nvPr>
        </p:nvSpPr>
        <p:spPr>
          <a:xfrm>
            <a:off x="5597625" y="1528175"/>
            <a:ext cx="2875200" cy="28752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2"/>
          <p:cNvSpPr/>
          <p:nvPr/>
        </p:nvSpPr>
        <p:spPr>
          <a:xfrm>
            <a:off x="6604200" y="313000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8505508" y="33339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4098300" y="2641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808200" y="1949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292525" y="24814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713225" y="46777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8522983" y="28174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028188" y="2817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251550" y="50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151250" y="18329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8238625" y="33486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3978525" y="47237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7476175" y="45109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278775" y="47237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8629783" y="77244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2820578" y="3364500"/>
            <a:ext cx="3503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84" name="Google Shape;184;p24"/>
          <p:cNvSpPr txBox="1"/>
          <p:nvPr>
            <p:ph idx="2" type="title"/>
          </p:nvPr>
        </p:nvSpPr>
        <p:spPr>
          <a:xfrm>
            <a:off x="2820325" y="561125"/>
            <a:ext cx="3503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85" name="Google Shape;185;p24"/>
          <p:cNvSpPr txBox="1"/>
          <p:nvPr>
            <p:ph idx="3" type="title"/>
          </p:nvPr>
        </p:nvSpPr>
        <p:spPr>
          <a:xfrm>
            <a:off x="2820428" y="1983050"/>
            <a:ext cx="3503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20574" y="4017599"/>
            <a:ext cx="3503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24"/>
          <p:cNvSpPr txBox="1"/>
          <p:nvPr>
            <p:ph idx="4" type="subTitle"/>
          </p:nvPr>
        </p:nvSpPr>
        <p:spPr>
          <a:xfrm>
            <a:off x="2820574" y="2636155"/>
            <a:ext cx="3503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8" name="Google Shape;188;p24"/>
          <p:cNvSpPr txBox="1"/>
          <p:nvPr>
            <p:ph idx="5" type="subTitle"/>
          </p:nvPr>
        </p:nvSpPr>
        <p:spPr>
          <a:xfrm>
            <a:off x="2820574" y="1214225"/>
            <a:ext cx="3503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9" name="Google Shape;189;p24"/>
          <p:cNvSpPr/>
          <p:nvPr/>
        </p:nvSpPr>
        <p:spPr>
          <a:xfrm flipH="1">
            <a:off x="-4" y="2243125"/>
            <a:ext cx="2336454" cy="2900391"/>
          </a:xfrm>
          <a:custGeom>
            <a:rect b="b" l="l" r="r" t="t"/>
            <a:pathLst>
              <a:path extrusionOk="0" h="40286" w="32453">
                <a:moveTo>
                  <a:pt x="32453" y="1"/>
                </a:moveTo>
                <a:cubicBezTo>
                  <a:pt x="14157" y="2283"/>
                  <a:pt x="1" y="17891"/>
                  <a:pt x="1" y="36807"/>
                </a:cubicBezTo>
                <a:cubicBezTo>
                  <a:pt x="1" y="37978"/>
                  <a:pt x="60" y="39135"/>
                  <a:pt x="164" y="40286"/>
                </a:cubicBezTo>
                <a:lnTo>
                  <a:pt x="32453" y="40286"/>
                </a:lnTo>
                <a:lnTo>
                  <a:pt x="324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 flipH="1" rot="10800000">
            <a:off x="6807796" y="0"/>
            <a:ext cx="2336454" cy="2900391"/>
          </a:xfrm>
          <a:custGeom>
            <a:rect b="b" l="l" r="r" t="t"/>
            <a:pathLst>
              <a:path extrusionOk="0" h="40286" w="32453">
                <a:moveTo>
                  <a:pt x="32453" y="1"/>
                </a:moveTo>
                <a:cubicBezTo>
                  <a:pt x="14157" y="2283"/>
                  <a:pt x="1" y="17891"/>
                  <a:pt x="1" y="36807"/>
                </a:cubicBezTo>
                <a:cubicBezTo>
                  <a:pt x="1" y="37978"/>
                  <a:pt x="60" y="39135"/>
                  <a:pt x="164" y="40286"/>
                </a:cubicBezTo>
                <a:lnTo>
                  <a:pt x="32453" y="40286"/>
                </a:lnTo>
                <a:lnTo>
                  <a:pt x="324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8346571" y="2500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8536400" y="21181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7196551" y="198726"/>
            <a:ext cx="130926" cy="130926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8705025" y="1987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232225" y="39469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1811350" y="46085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764725" y="435960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8459800" y="4178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1811350" y="3949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3582325" y="46085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 txBox="1"/>
          <p:nvPr>
            <p:ph idx="1" type="subTitle"/>
          </p:nvPr>
        </p:nvSpPr>
        <p:spPr>
          <a:xfrm>
            <a:off x="713984" y="1833200"/>
            <a:ext cx="2403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2" type="subTitle"/>
          </p:nvPr>
        </p:nvSpPr>
        <p:spPr>
          <a:xfrm>
            <a:off x="713973" y="2199700"/>
            <a:ext cx="2403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5" name="Google Shape;205;p25"/>
          <p:cNvSpPr txBox="1"/>
          <p:nvPr>
            <p:ph idx="3" type="subTitle"/>
          </p:nvPr>
        </p:nvSpPr>
        <p:spPr>
          <a:xfrm>
            <a:off x="713984" y="3317100"/>
            <a:ext cx="2403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idx="4" type="subTitle"/>
          </p:nvPr>
        </p:nvSpPr>
        <p:spPr>
          <a:xfrm>
            <a:off x="713973" y="3684750"/>
            <a:ext cx="2403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7" name="Google Shape;207;p25"/>
          <p:cNvSpPr txBox="1"/>
          <p:nvPr>
            <p:ph idx="5" type="subTitle"/>
          </p:nvPr>
        </p:nvSpPr>
        <p:spPr>
          <a:xfrm>
            <a:off x="6026689" y="1833225"/>
            <a:ext cx="2403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6" type="subTitle"/>
          </p:nvPr>
        </p:nvSpPr>
        <p:spPr>
          <a:xfrm>
            <a:off x="6026425" y="2199697"/>
            <a:ext cx="2403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9" name="Google Shape;209;p25"/>
          <p:cNvSpPr txBox="1"/>
          <p:nvPr>
            <p:ph idx="7" type="subTitle"/>
          </p:nvPr>
        </p:nvSpPr>
        <p:spPr>
          <a:xfrm>
            <a:off x="6026436" y="3318153"/>
            <a:ext cx="2403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10" name="Google Shape;210;p25"/>
          <p:cNvSpPr txBox="1"/>
          <p:nvPr>
            <p:ph idx="8" type="subTitle"/>
          </p:nvPr>
        </p:nvSpPr>
        <p:spPr>
          <a:xfrm>
            <a:off x="6026425" y="3684749"/>
            <a:ext cx="2403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11" name="Google Shape;211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212" name="Google Shape;212;p25"/>
          <p:cNvSpPr/>
          <p:nvPr>
            <p:ph idx="9" type="pic"/>
          </p:nvPr>
        </p:nvSpPr>
        <p:spPr>
          <a:xfrm>
            <a:off x="3396376" y="1734101"/>
            <a:ext cx="993000" cy="9930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5"/>
          <p:cNvSpPr/>
          <p:nvPr>
            <p:ph idx="13" type="pic"/>
          </p:nvPr>
        </p:nvSpPr>
        <p:spPr>
          <a:xfrm>
            <a:off x="3396376" y="3219162"/>
            <a:ext cx="993000" cy="9930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5"/>
          <p:cNvSpPr/>
          <p:nvPr>
            <p:ph idx="14" type="pic"/>
          </p:nvPr>
        </p:nvSpPr>
        <p:spPr>
          <a:xfrm>
            <a:off x="4754331" y="1734101"/>
            <a:ext cx="993000" cy="9930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5"/>
          <p:cNvSpPr/>
          <p:nvPr>
            <p:ph idx="15" type="pic"/>
          </p:nvPr>
        </p:nvSpPr>
        <p:spPr>
          <a:xfrm>
            <a:off x="4754331" y="3219162"/>
            <a:ext cx="993000" cy="9930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5"/>
          <p:cNvSpPr/>
          <p:nvPr/>
        </p:nvSpPr>
        <p:spPr>
          <a:xfrm>
            <a:off x="7681846" y="2745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659833" y="2745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946675" y="2053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1764850" y="2053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330025" y="24491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846325" y="44859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8406125" y="27809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3936850" y="448350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0" y="4515200"/>
            <a:ext cx="9143957" cy="628304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 txBox="1"/>
          <p:nvPr>
            <p:ph type="title"/>
          </p:nvPr>
        </p:nvSpPr>
        <p:spPr>
          <a:xfrm>
            <a:off x="4218425" y="2205050"/>
            <a:ext cx="40551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7" name="Google Shape;227;p26"/>
          <p:cNvSpPr txBox="1"/>
          <p:nvPr>
            <p:ph idx="2" type="title"/>
          </p:nvPr>
        </p:nvSpPr>
        <p:spPr>
          <a:xfrm>
            <a:off x="4218425" y="539500"/>
            <a:ext cx="19419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8" name="Google Shape;228;p26"/>
          <p:cNvSpPr txBox="1"/>
          <p:nvPr>
            <p:ph idx="1" type="subTitle"/>
          </p:nvPr>
        </p:nvSpPr>
        <p:spPr>
          <a:xfrm>
            <a:off x="4218425" y="3512775"/>
            <a:ext cx="4055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229" name="Google Shape;229;p26"/>
          <p:cNvSpPr/>
          <p:nvPr/>
        </p:nvSpPr>
        <p:spPr>
          <a:xfrm>
            <a:off x="8308163" y="18916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7370350" y="38237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8224050" y="42927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410750" y="4753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6394325" y="478207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796750" y="45368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 txBox="1"/>
          <p:nvPr>
            <p:ph idx="1" type="subTitle"/>
          </p:nvPr>
        </p:nvSpPr>
        <p:spPr>
          <a:xfrm>
            <a:off x="3383963" y="3313411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38" name="Google Shape;238;p27"/>
          <p:cNvSpPr txBox="1"/>
          <p:nvPr>
            <p:ph idx="2" type="subTitle"/>
          </p:nvPr>
        </p:nvSpPr>
        <p:spPr>
          <a:xfrm>
            <a:off x="3383963" y="3628649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39" name="Google Shape;239;p27"/>
          <p:cNvSpPr txBox="1"/>
          <p:nvPr>
            <p:ph idx="3" type="subTitle"/>
          </p:nvPr>
        </p:nvSpPr>
        <p:spPr>
          <a:xfrm>
            <a:off x="3383988" y="1800500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40" name="Google Shape;240;p27"/>
          <p:cNvSpPr txBox="1"/>
          <p:nvPr>
            <p:ph idx="4" type="subTitle"/>
          </p:nvPr>
        </p:nvSpPr>
        <p:spPr>
          <a:xfrm>
            <a:off x="3383988" y="2115727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1" name="Google Shape;241;p27"/>
          <p:cNvSpPr txBox="1"/>
          <p:nvPr>
            <p:ph idx="5" type="subTitle"/>
          </p:nvPr>
        </p:nvSpPr>
        <p:spPr>
          <a:xfrm>
            <a:off x="6054750" y="1800522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42" name="Google Shape;242;p27"/>
          <p:cNvSpPr txBox="1"/>
          <p:nvPr>
            <p:ph idx="6" type="subTitle"/>
          </p:nvPr>
        </p:nvSpPr>
        <p:spPr>
          <a:xfrm>
            <a:off x="6054750" y="2115750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3" name="Google Shape;243;p27"/>
          <p:cNvSpPr txBox="1"/>
          <p:nvPr>
            <p:ph idx="7" type="subTitle"/>
          </p:nvPr>
        </p:nvSpPr>
        <p:spPr>
          <a:xfrm>
            <a:off x="713200" y="1800525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44" name="Google Shape;244;p27"/>
          <p:cNvSpPr txBox="1"/>
          <p:nvPr>
            <p:ph idx="8" type="subTitle"/>
          </p:nvPr>
        </p:nvSpPr>
        <p:spPr>
          <a:xfrm>
            <a:off x="713200" y="2115752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5" name="Google Shape;245;p27"/>
          <p:cNvSpPr txBox="1"/>
          <p:nvPr>
            <p:ph idx="9" type="subTitle"/>
          </p:nvPr>
        </p:nvSpPr>
        <p:spPr>
          <a:xfrm>
            <a:off x="713175" y="3313436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46" name="Google Shape;246;p27"/>
          <p:cNvSpPr txBox="1"/>
          <p:nvPr>
            <p:ph idx="13" type="subTitle"/>
          </p:nvPr>
        </p:nvSpPr>
        <p:spPr>
          <a:xfrm>
            <a:off x="713175" y="3628674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" name="Google Shape;247;p27"/>
          <p:cNvSpPr txBox="1"/>
          <p:nvPr>
            <p:ph idx="14" type="subTitle"/>
          </p:nvPr>
        </p:nvSpPr>
        <p:spPr>
          <a:xfrm>
            <a:off x="6054725" y="3313425"/>
            <a:ext cx="2376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48" name="Google Shape;248;p27"/>
          <p:cNvSpPr txBox="1"/>
          <p:nvPr>
            <p:ph idx="15" type="subTitle"/>
          </p:nvPr>
        </p:nvSpPr>
        <p:spPr>
          <a:xfrm>
            <a:off x="6054725" y="3628650"/>
            <a:ext cx="23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9" name="Google Shape;249;p2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7"/>
          <p:cNvSpPr/>
          <p:nvPr/>
        </p:nvSpPr>
        <p:spPr>
          <a:xfrm>
            <a:off x="401775" y="2408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8667583" y="240885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449363" y="2148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8300100" y="281545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308725" y="44075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5887000" y="47491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260100" y="18635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28"/>
          <p:cNvSpPr/>
          <p:nvPr/>
        </p:nvSpPr>
        <p:spPr>
          <a:xfrm>
            <a:off x="2865675" y="47123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541575" y="40539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541575" y="20641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196400" y="7326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2936163" y="2094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8574658" y="212685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7631099" y="24260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249275" y="33989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29"/>
          <p:cNvSpPr/>
          <p:nvPr/>
        </p:nvSpPr>
        <p:spPr>
          <a:xfrm>
            <a:off x="6012263" y="2942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265725" y="2425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8040733" y="2942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9"/>
          <p:cNvSpPr/>
          <p:nvPr/>
        </p:nvSpPr>
        <p:spPr>
          <a:xfrm>
            <a:off x="308725" y="41733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/>
          <p:nvPr/>
        </p:nvSpPr>
        <p:spPr>
          <a:xfrm>
            <a:off x="5809500" y="46553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9"/>
          <p:cNvSpPr/>
          <p:nvPr/>
        </p:nvSpPr>
        <p:spPr>
          <a:xfrm>
            <a:off x="394125" y="15769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8507300" y="22677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6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30"/>
          <p:cNvSpPr/>
          <p:nvPr/>
        </p:nvSpPr>
        <p:spPr>
          <a:xfrm>
            <a:off x="6919846" y="17062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2813275" y="2942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7196551" y="198726"/>
            <a:ext cx="130926" cy="130926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426375" y="3770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297925" y="46489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8332975" y="437330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8376225" y="2322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232750" y="21456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 txBox="1"/>
          <p:nvPr>
            <p:ph type="title"/>
          </p:nvPr>
        </p:nvSpPr>
        <p:spPr>
          <a:xfrm>
            <a:off x="3442950" y="3670888"/>
            <a:ext cx="22581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92" name="Google Shape;292;p31"/>
          <p:cNvSpPr txBox="1"/>
          <p:nvPr>
            <p:ph idx="2" type="title"/>
          </p:nvPr>
        </p:nvSpPr>
        <p:spPr>
          <a:xfrm>
            <a:off x="827225" y="3670888"/>
            <a:ext cx="22581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93" name="Google Shape;293;p31"/>
          <p:cNvSpPr txBox="1"/>
          <p:nvPr>
            <p:ph idx="1" type="subTitle"/>
          </p:nvPr>
        </p:nvSpPr>
        <p:spPr>
          <a:xfrm>
            <a:off x="827225" y="1994176"/>
            <a:ext cx="22581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94" name="Google Shape;294;p31"/>
          <p:cNvSpPr txBox="1"/>
          <p:nvPr>
            <p:ph idx="3" type="subTitle"/>
          </p:nvPr>
        </p:nvSpPr>
        <p:spPr>
          <a:xfrm>
            <a:off x="827225" y="2510805"/>
            <a:ext cx="22581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5" name="Google Shape;295;p31"/>
          <p:cNvSpPr txBox="1"/>
          <p:nvPr>
            <p:ph idx="4" type="subTitle"/>
          </p:nvPr>
        </p:nvSpPr>
        <p:spPr>
          <a:xfrm>
            <a:off x="3442950" y="1994176"/>
            <a:ext cx="22581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96" name="Google Shape;296;p31"/>
          <p:cNvSpPr txBox="1"/>
          <p:nvPr>
            <p:ph idx="5" type="subTitle"/>
          </p:nvPr>
        </p:nvSpPr>
        <p:spPr>
          <a:xfrm>
            <a:off x="3442950" y="2510805"/>
            <a:ext cx="22581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7" name="Google Shape;297;p31"/>
          <p:cNvSpPr txBox="1"/>
          <p:nvPr>
            <p:ph idx="6" type="subTitle"/>
          </p:nvPr>
        </p:nvSpPr>
        <p:spPr>
          <a:xfrm>
            <a:off x="6058675" y="1994176"/>
            <a:ext cx="22581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7" type="subTitle"/>
          </p:nvPr>
        </p:nvSpPr>
        <p:spPr>
          <a:xfrm>
            <a:off x="6058675" y="2510805"/>
            <a:ext cx="22581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9" name="Google Shape;299;p31"/>
          <p:cNvSpPr txBox="1"/>
          <p:nvPr>
            <p:ph idx="8" type="title"/>
          </p:nvPr>
        </p:nvSpPr>
        <p:spPr>
          <a:xfrm>
            <a:off x="6058674" y="3670888"/>
            <a:ext cx="22581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00" name="Google Shape;300;p31"/>
          <p:cNvSpPr/>
          <p:nvPr/>
        </p:nvSpPr>
        <p:spPr>
          <a:xfrm>
            <a:off x="8381550" y="19567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/>
          <p:nvPr/>
        </p:nvSpPr>
        <p:spPr>
          <a:xfrm flipH="1">
            <a:off x="930050" y="346635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 flipH="1">
            <a:off x="1080625" y="145610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 flipH="1">
            <a:off x="6892637" y="2774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 flipH="1">
            <a:off x="8308175" y="6796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684825" y="43887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 txBox="1"/>
          <p:nvPr>
            <p:ph idx="9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10" name="Google Shape;310;p32"/>
          <p:cNvGrpSpPr/>
          <p:nvPr/>
        </p:nvGrpSpPr>
        <p:grpSpPr>
          <a:xfrm flipH="1" rot="618721">
            <a:off x="-2448575" y="641328"/>
            <a:ext cx="4283884" cy="4504184"/>
            <a:chOff x="-1059950" y="251655"/>
            <a:chExt cx="4284090" cy="4504402"/>
          </a:xfrm>
        </p:grpSpPr>
        <p:grpSp>
          <p:nvGrpSpPr>
            <p:cNvPr id="311" name="Google Shape;311;p32"/>
            <p:cNvGrpSpPr/>
            <p:nvPr/>
          </p:nvGrpSpPr>
          <p:grpSpPr>
            <a:xfrm rot="8415650">
              <a:off x="-53320" y="518925"/>
              <a:ext cx="2270829" cy="3969861"/>
              <a:chOff x="2177025" y="1164850"/>
              <a:chExt cx="822275" cy="1437500"/>
            </a:xfrm>
          </p:grpSpPr>
          <p:sp>
            <p:nvSpPr>
              <p:cNvPr id="312" name="Google Shape;312;p32"/>
              <p:cNvSpPr/>
              <p:nvPr/>
            </p:nvSpPr>
            <p:spPr>
              <a:xfrm>
                <a:off x="2368775" y="2227025"/>
                <a:ext cx="129650" cy="254475"/>
              </a:xfrm>
              <a:custGeom>
                <a:rect b="b" l="l" r="r" t="t"/>
                <a:pathLst>
                  <a:path extrusionOk="0" h="10179" w="5186">
                    <a:moveTo>
                      <a:pt x="4770" y="1"/>
                    </a:moveTo>
                    <a:cubicBezTo>
                      <a:pt x="4633" y="1"/>
                      <a:pt x="4503" y="79"/>
                      <a:pt x="4446" y="212"/>
                    </a:cubicBezTo>
                    <a:lnTo>
                      <a:pt x="79" y="9660"/>
                    </a:lnTo>
                    <a:cubicBezTo>
                      <a:pt x="0" y="9843"/>
                      <a:pt x="79" y="10059"/>
                      <a:pt x="262" y="10144"/>
                    </a:cubicBezTo>
                    <a:cubicBezTo>
                      <a:pt x="310" y="10167"/>
                      <a:pt x="361" y="10178"/>
                      <a:pt x="412" y="10178"/>
                    </a:cubicBezTo>
                    <a:cubicBezTo>
                      <a:pt x="546" y="10178"/>
                      <a:pt x="677" y="10100"/>
                      <a:pt x="739" y="9967"/>
                    </a:cubicBezTo>
                    <a:lnTo>
                      <a:pt x="5100" y="519"/>
                    </a:lnTo>
                    <a:cubicBezTo>
                      <a:pt x="5185" y="336"/>
                      <a:pt x="5107" y="120"/>
                      <a:pt x="4924" y="35"/>
                    </a:cubicBezTo>
                    <a:cubicBezTo>
                      <a:pt x="4874" y="12"/>
                      <a:pt x="4821" y="1"/>
                      <a:pt x="47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2"/>
              <p:cNvSpPr/>
              <p:nvPr/>
            </p:nvSpPr>
            <p:spPr>
              <a:xfrm>
                <a:off x="2457700" y="1164850"/>
                <a:ext cx="541600" cy="1101150"/>
              </a:xfrm>
              <a:custGeom>
                <a:rect b="b" l="l" r="r" t="t"/>
                <a:pathLst>
                  <a:path extrusionOk="0" h="44046" w="21664">
                    <a:moveTo>
                      <a:pt x="20545" y="1"/>
                    </a:moveTo>
                    <a:cubicBezTo>
                      <a:pt x="20174" y="1"/>
                      <a:pt x="19818" y="212"/>
                      <a:pt x="19656" y="570"/>
                    </a:cubicBezTo>
                    <a:lnTo>
                      <a:pt x="229" y="42653"/>
                    </a:lnTo>
                    <a:cubicBezTo>
                      <a:pt x="0" y="43143"/>
                      <a:pt x="216" y="43732"/>
                      <a:pt x="706" y="43954"/>
                    </a:cubicBezTo>
                    <a:cubicBezTo>
                      <a:pt x="839" y="44016"/>
                      <a:pt x="979" y="44046"/>
                      <a:pt x="1117" y="44046"/>
                    </a:cubicBezTo>
                    <a:cubicBezTo>
                      <a:pt x="1487" y="44046"/>
                      <a:pt x="1841" y="43834"/>
                      <a:pt x="2008" y="43477"/>
                    </a:cubicBezTo>
                    <a:lnTo>
                      <a:pt x="21434" y="1394"/>
                    </a:lnTo>
                    <a:cubicBezTo>
                      <a:pt x="21663" y="903"/>
                      <a:pt x="21447" y="315"/>
                      <a:pt x="20957" y="92"/>
                    </a:cubicBezTo>
                    <a:cubicBezTo>
                      <a:pt x="20824" y="30"/>
                      <a:pt x="20683" y="1"/>
                      <a:pt x="20545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2"/>
              <p:cNvSpPr/>
              <p:nvPr/>
            </p:nvSpPr>
            <p:spPr>
              <a:xfrm>
                <a:off x="2491200" y="1846200"/>
                <a:ext cx="194400" cy="345425"/>
              </a:xfrm>
              <a:custGeom>
                <a:rect b="b" l="l" r="r" t="t"/>
                <a:pathLst>
                  <a:path extrusionOk="0" h="13817" w="7776">
                    <a:moveTo>
                      <a:pt x="5997" y="0"/>
                    </a:moveTo>
                    <a:lnTo>
                      <a:pt x="1" y="12993"/>
                    </a:lnTo>
                    <a:lnTo>
                      <a:pt x="1779" y="13817"/>
                    </a:lnTo>
                    <a:lnTo>
                      <a:pt x="7775" y="818"/>
                    </a:lnTo>
                    <a:lnTo>
                      <a:pt x="5997" y="0"/>
                    </a:lnTo>
                    <a:close/>
                  </a:path>
                </a:pathLst>
              </a:custGeom>
              <a:solidFill>
                <a:srgbClr val="1A2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2"/>
              <p:cNvSpPr/>
              <p:nvPr/>
            </p:nvSpPr>
            <p:spPr>
              <a:xfrm>
                <a:off x="2536800" y="1945100"/>
                <a:ext cx="103175" cy="147475"/>
              </a:xfrm>
              <a:custGeom>
                <a:rect b="b" l="l" r="r" t="t"/>
                <a:pathLst>
                  <a:path extrusionOk="0" h="5899" w="4127">
                    <a:moveTo>
                      <a:pt x="2348" y="0"/>
                    </a:moveTo>
                    <a:lnTo>
                      <a:pt x="1" y="5081"/>
                    </a:lnTo>
                    <a:lnTo>
                      <a:pt x="1779" y="5898"/>
                    </a:lnTo>
                    <a:lnTo>
                      <a:pt x="4127" y="824"/>
                    </a:lnTo>
                    <a:lnTo>
                      <a:pt x="2348" y="0"/>
                    </a:lnTo>
                    <a:close/>
                  </a:path>
                </a:pathLst>
              </a:custGeom>
              <a:solidFill>
                <a:srgbClr val="1C0D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2"/>
              <p:cNvSpPr/>
              <p:nvPr/>
            </p:nvSpPr>
            <p:spPr>
              <a:xfrm>
                <a:off x="2482700" y="1217775"/>
                <a:ext cx="487650" cy="1029525"/>
              </a:xfrm>
              <a:custGeom>
                <a:rect b="b" l="l" r="r" t="t"/>
                <a:pathLst>
                  <a:path extrusionOk="0" h="41181" w="19506">
                    <a:moveTo>
                      <a:pt x="19090" y="1"/>
                    </a:moveTo>
                    <a:cubicBezTo>
                      <a:pt x="18953" y="1"/>
                      <a:pt x="18822" y="79"/>
                      <a:pt x="18760" y="212"/>
                    </a:cubicBezTo>
                    <a:lnTo>
                      <a:pt x="86" y="40667"/>
                    </a:lnTo>
                    <a:cubicBezTo>
                      <a:pt x="1" y="40850"/>
                      <a:pt x="86" y="41066"/>
                      <a:pt x="262" y="41151"/>
                    </a:cubicBezTo>
                    <a:cubicBezTo>
                      <a:pt x="310" y="41171"/>
                      <a:pt x="360" y="41181"/>
                      <a:pt x="410" y="41181"/>
                    </a:cubicBezTo>
                    <a:cubicBezTo>
                      <a:pt x="549" y="41181"/>
                      <a:pt x="683" y="41103"/>
                      <a:pt x="746" y="40967"/>
                    </a:cubicBezTo>
                    <a:lnTo>
                      <a:pt x="19421" y="519"/>
                    </a:lnTo>
                    <a:cubicBezTo>
                      <a:pt x="19506" y="336"/>
                      <a:pt x="19427" y="120"/>
                      <a:pt x="19244" y="35"/>
                    </a:cubicBezTo>
                    <a:cubicBezTo>
                      <a:pt x="19194" y="12"/>
                      <a:pt x="19142" y="1"/>
                      <a:pt x="19090" y="1"/>
                    </a:cubicBezTo>
                    <a:close/>
                  </a:path>
                </a:pathLst>
              </a:custGeom>
              <a:solidFill>
                <a:srgbClr val="FFFFFF">
                  <a:alpha val="5843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2"/>
              <p:cNvSpPr/>
              <p:nvPr/>
            </p:nvSpPr>
            <p:spPr>
              <a:xfrm>
                <a:off x="2177025" y="2387075"/>
                <a:ext cx="245375" cy="215275"/>
              </a:xfrm>
              <a:custGeom>
                <a:rect b="b" l="l" r="r" t="t"/>
                <a:pathLst>
                  <a:path extrusionOk="0" h="8611" w="9815">
                    <a:moveTo>
                      <a:pt x="4904" y="1"/>
                    </a:moveTo>
                    <a:cubicBezTo>
                      <a:pt x="3279" y="1"/>
                      <a:pt x="1725" y="927"/>
                      <a:pt x="1001" y="2500"/>
                    </a:cubicBezTo>
                    <a:cubicBezTo>
                      <a:pt x="0" y="4664"/>
                      <a:pt x="942" y="7221"/>
                      <a:pt x="3106" y="8214"/>
                    </a:cubicBezTo>
                    <a:cubicBezTo>
                      <a:pt x="3689" y="8483"/>
                      <a:pt x="4302" y="8610"/>
                      <a:pt x="4905" y="8610"/>
                    </a:cubicBezTo>
                    <a:cubicBezTo>
                      <a:pt x="6532" y="8610"/>
                      <a:pt x="8089" y="7683"/>
                      <a:pt x="8814" y="6109"/>
                    </a:cubicBezTo>
                    <a:cubicBezTo>
                      <a:pt x="9815" y="3951"/>
                      <a:pt x="8867" y="1395"/>
                      <a:pt x="6709" y="401"/>
                    </a:cubicBezTo>
                    <a:cubicBezTo>
                      <a:pt x="6123" y="129"/>
                      <a:pt x="5509" y="1"/>
                      <a:pt x="4904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2"/>
              <p:cNvSpPr/>
              <p:nvPr/>
            </p:nvSpPr>
            <p:spPr>
              <a:xfrm>
                <a:off x="2191075" y="2399375"/>
                <a:ext cx="217275" cy="190750"/>
              </a:xfrm>
              <a:custGeom>
                <a:rect b="b" l="l" r="r" t="t"/>
                <a:pathLst>
                  <a:path extrusionOk="0" h="7630" w="8691">
                    <a:moveTo>
                      <a:pt x="4344" y="1"/>
                    </a:moveTo>
                    <a:cubicBezTo>
                      <a:pt x="2903" y="1"/>
                      <a:pt x="1527" y="820"/>
                      <a:pt x="883" y="2217"/>
                    </a:cubicBezTo>
                    <a:cubicBezTo>
                      <a:pt x="0" y="4126"/>
                      <a:pt x="831" y="6395"/>
                      <a:pt x="2747" y="7278"/>
                    </a:cubicBezTo>
                    <a:cubicBezTo>
                      <a:pt x="3263" y="7517"/>
                      <a:pt x="3806" y="7630"/>
                      <a:pt x="4340" y="7630"/>
                    </a:cubicBezTo>
                    <a:cubicBezTo>
                      <a:pt x="5782" y="7630"/>
                      <a:pt x="7164" y="6807"/>
                      <a:pt x="7808" y="5414"/>
                    </a:cubicBezTo>
                    <a:cubicBezTo>
                      <a:pt x="8690" y="3498"/>
                      <a:pt x="7854" y="1236"/>
                      <a:pt x="5944" y="353"/>
                    </a:cubicBezTo>
                    <a:cubicBezTo>
                      <a:pt x="5425" y="114"/>
                      <a:pt x="4880" y="1"/>
                      <a:pt x="4344" y="1"/>
                    </a:cubicBezTo>
                    <a:close/>
                  </a:path>
                </a:pathLst>
              </a:custGeom>
              <a:solidFill>
                <a:srgbClr val="E4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9" name="Google Shape;319;p32"/>
            <p:cNvSpPr/>
            <p:nvPr/>
          </p:nvSpPr>
          <p:spPr>
            <a:xfrm rot="-1384007">
              <a:off x="380580" y="570323"/>
              <a:ext cx="200782" cy="212767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32"/>
          <p:cNvSpPr/>
          <p:nvPr/>
        </p:nvSpPr>
        <p:spPr>
          <a:xfrm flipH="1">
            <a:off x="8539975" y="3351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 flipH="1">
            <a:off x="5384112" y="2094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/>
          <p:nvPr/>
        </p:nvSpPr>
        <p:spPr>
          <a:xfrm flipH="1">
            <a:off x="2166537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/>
          <p:nvPr/>
        </p:nvSpPr>
        <p:spPr>
          <a:xfrm flipH="1">
            <a:off x="196400" y="4043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 flipH="1">
            <a:off x="827600" y="24260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4255425" y="45898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8539975" y="21713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8430725" y="44452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260600" y="21234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/>
          <p:nvPr/>
        </p:nvSpPr>
        <p:spPr>
          <a:xfrm>
            <a:off x="0" y="4515200"/>
            <a:ext cx="9143957" cy="628304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 txBox="1"/>
          <p:nvPr>
            <p:ph idx="1" type="subTitle"/>
          </p:nvPr>
        </p:nvSpPr>
        <p:spPr>
          <a:xfrm>
            <a:off x="1936025" y="3675800"/>
            <a:ext cx="5271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2" name="Google Shape;332;p33"/>
          <p:cNvSpPr/>
          <p:nvPr>
            <p:ph idx="2" type="pic"/>
          </p:nvPr>
        </p:nvSpPr>
        <p:spPr>
          <a:xfrm>
            <a:off x="3290100" y="735950"/>
            <a:ext cx="2747100" cy="20922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713225" y="30541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33"/>
          <p:cNvSpPr/>
          <p:nvPr/>
        </p:nvSpPr>
        <p:spPr>
          <a:xfrm flipH="1">
            <a:off x="965262" y="46490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/>
          <p:nvPr/>
        </p:nvSpPr>
        <p:spPr>
          <a:xfrm flipH="1">
            <a:off x="8430725" y="44038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/>
          <p:nvPr/>
        </p:nvSpPr>
        <p:spPr>
          <a:xfrm flipH="1">
            <a:off x="573600" y="402557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3"/>
          <p:cNvSpPr/>
          <p:nvPr/>
        </p:nvSpPr>
        <p:spPr>
          <a:xfrm flipH="1">
            <a:off x="858450" y="393952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3"/>
          <p:cNvSpPr/>
          <p:nvPr/>
        </p:nvSpPr>
        <p:spPr>
          <a:xfrm flipH="1">
            <a:off x="8117450" y="418502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/>
          <p:cNvSpPr/>
          <p:nvPr/>
        </p:nvSpPr>
        <p:spPr>
          <a:xfrm flipH="1">
            <a:off x="8270750" y="390945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260600" y="21234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6342575" y="3238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 txBox="1"/>
          <p:nvPr>
            <p:ph idx="1" type="subTitle"/>
          </p:nvPr>
        </p:nvSpPr>
        <p:spPr>
          <a:xfrm>
            <a:off x="713225" y="1466025"/>
            <a:ext cx="43956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5" name="Google Shape;345;p34"/>
          <p:cNvSpPr txBox="1"/>
          <p:nvPr>
            <p:ph idx="2" type="subTitle"/>
          </p:nvPr>
        </p:nvSpPr>
        <p:spPr>
          <a:xfrm>
            <a:off x="713225" y="3989800"/>
            <a:ext cx="4395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6" name="Google Shape;346;p34"/>
          <p:cNvSpPr txBox="1"/>
          <p:nvPr>
            <p:ph type="title"/>
          </p:nvPr>
        </p:nvSpPr>
        <p:spPr>
          <a:xfrm>
            <a:off x="713225" y="3226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47" name="Google Shape;347;p34"/>
          <p:cNvSpPr/>
          <p:nvPr/>
        </p:nvSpPr>
        <p:spPr>
          <a:xfrm>
            <a:off x="196400" y="3351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3352263" y="2094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6569838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8430733" y="24259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8047199" y="24260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94150" y="1610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8537525" y="37992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271425" y="3966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 txBox="1"/>
          <p:nvPr>
            <p:ph idx="3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/>
          <p:nvPr/>
        </p:nvSpPr>
        <p:spPr>
          <a:xfrm>
            <a:off x="0" y="4515200"/>
            <a:ext cx="9143957" cy="628304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5"/>
          <p:cNvSpPr txBox="1"/>
          <p:nvPr>
            <p:ph type="title"/>
          </p:nvPr>
        </p:nvSpPr>
        <p:spPr>
          <a:xfrm>
            <a:off x="702200" y="2205050"/>
            <a:ext cx="42423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9" name="Google Shape;359;p35"/>
          <p:cNvSpPr txBox="1"/>
          <p:nvPr>
            <p:ph idx="2" type="title"/>
          </p:nvPr>
        </p:nvSpPr>
        <p:spPr>
          <a:xfrm>
            <a:off x="3002550" y="539500"/>
            <a:ext cx="19419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60" name="Google Shape;360;p35"/>
          <p:cNvSpPr txBox="1"/>
          <p:nvPr>
            <p:ph idx="1" type="subTitle"/>
          </p:nvPr>
        </p:nvSpPr>
        <p:spPr>
          <a:xfrm>
            <a:off x="702200" y="3512775"/>
            <a:ext cx="4242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61" name="Google Shape;361;p35"/>
          <p:cNvSpPr/>
          <p:nvPr/>
        </p:nvSpPr>
        <p:spPr>
          <a:xfrm>
            <a:off x="594100" y="583088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260600" y="21234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702200" y="46085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5504988" y="41893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7988538" y="44859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7929483" y="393517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2753138" y="44345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7743325" y="5003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6"/>
          <p:cNvSpPr txBox="1"/>
          <p:nvPr>
            <p:ph idx="1" type="subTitle"/>
          </p:nvPr>
        </p:nvSpPr>
        <p:spPr>
          <a:xfrm>
            <a:off x="2001600" y="2040327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72" name="Google Shape;372;p36"/>
          <p:cNvSpPr txBox="1"/>
          <p:nvPr>
            <p:ph idx="2" type="subTitle"/>
          </p:nvPr>
        </p:nvSpPr>
        <p:spPr>
          <a:xfrm>
            <a:off x="2001588" y="2500462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3" name="Google Shape;373;p36"/>
          <p:cNvSpPr txBox="1"/>
          <p:nvPr>
            <p:ph idx="3" type="subTitle"/>
          </p:nvPr>
        </p:nvSpPr>
        <p:spPr>
          <a:xfrm>
            <a:off x="3485377" y="3687342"/>
            <a:ext cx="21732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74" name="Google Shape;374;p36"/>
          <p:cNvSpPr txBox="1"/>
          <p:nvPr>
            <p:ph idx="4" type="subTitle"/>
          </p:nvPr>
        </p:nvSpPr>
        <p:spPr>
          <a:xfrm>
            <a:off x="3485375" y="4063562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5" name="Google Shape;375;p36"/>
          <p:cNvSpPr txBox="1"/>
          <p:nvPr>
            <p:ph idx="5" type="subTitle"/>
          </p:nvPr>
        </p:nvSpPr>
        <p:spPr>
          <a:xfrm>
            <a:off x="4971079" y="2040327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76" name="Google Shape;376;p36"/>
          <p:cNvSpPr txBox="1"/>
          <p:nvPr>
            <p:ph idx="6" type="subTitle"/>
          </p:nvPr>
        </p:nvSpPr>
        <p:spPr>
          <a:xfrm>
            <a:off x="4971087" y="2500462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7" name="Google Shape;377;p36"/>
          <p:cNvSpPr txBox="1"/>
          <p:nvPr>
            <p:ph idx="7" type="subTitle"/>
          </p:nvPr>
        </p:nvSpPr>
        <p:spPr>
          <a:xfrm>
            <a:off x="6256577" y="3687323"/>
            <a:ext cx="21732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78" name="Google Shape;378;p36"/>
          <p:cNvSpPr txBox="1"/>
          <p:nvPr>
            <p:ph idx="8" type="subTitle"/>
          </p:nvPr>
        </p:nvSpPr>
        <p:spPr>
          <a:xfrm>
            <a:off x="6256587" y="4061712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9" name="Google Shape;379;p36"/>
          <p:cNvSpPr txBox="1"/>
          <p:nvPr>
            <p:ph idx="9" type="subTitle"/>
          </p:nvPr>
        </p:nvSpPr>
        <p:spPr>
          <a:xfrm>
            <a:off x="714175" y="3687342"/>
            <a:ext cx="21732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accen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80" name="Google Shape;380;p36"/>
          <p:cNvSpPr txBox="1"/>
          <p:nvPr>
            <p:ph idx="13" type="subTitle"/>
          </p:nvPr>
        </p:nvSpPr>
        <p:spPr>
          <a:xfrm>
            <a:off x="714163" y="4063562"/>
            <a:ext cx="21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1" name="Google Shape;381;p3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haya Libre"/>
              <a:buNone/>
              <a:defRPr sz="3500"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382" name="Google Shape;382;p36"/>
          <p:cNvSpPr/>
          <p:nvPr/>
        </p:nvSpPr>
        <p:spPr>
          <a:xfrm>
            <a:off x="207200" y="8037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1882288" y="204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6"/>
          <p:cNvSpPr/>
          <p:nvPr/>
        </p:nvSpPr>
        <p:spPr>
          <a:xfrm flipH="1">
            <a:off x="7799075" y="20485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8511475" y="28382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5658575" y="46085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348875" y="34368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91" name="Google Shape;391;p37"/>
          <p:cNvSpPr/>
          <p:nvPr/>
        </p:nvSpPr>
        <p:spPr>
          <a:xfrm>
            <a:off x="8538500" y="15927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4367500" y="455246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563875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4179738" y="2697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2152713" y="1395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7993183" y="16784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7"/>
          <p:cNvSpPr/>
          <p:nvPr/>
        </p:nvSpPr>
        <p:spPr>
          <a:xfrm>
            <a:off x="8255883" y="24459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277550" y="357538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8"/>
          <p:cNvSpPr txBox="1"/>
          <p:nvPr>
            <p:ph idx="1" type="body"/>
          </p:nvPr>
        </p:nvSpPr>
        <p:spPr>
          <a:xfrm>
            <a:off x="713230" y="1390563"/>
            <a:ext cx="77175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2" name="Google Shape;402;p3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38"/>
          <p:cNvSpPr/>
          <p:nvPr/>
        </p:nvSpPr>
        <p:spPr>
          <a:xfrm>
            <a:off x="2547675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4870838" y="2048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flipH="1">
            <a:off x="7799075" y="20485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256925" y="5554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8"/>
          <p:cNvSpPr/>
          <p:nvPr/>
        </p:nvSpPr>
        <p:spPr>
          <a:xfrm flipH="1">
            <a:off x="8664850" y="204850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8"/>
          <p:cNvSpPr/>
          <p:nvPr/>
        </p:nvSpPr>
        <p:spPr>
          <a:xfrm>
            <a:off x="390300" y="41176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/>
          <p:nvPr/>
        </p:nvSpPr>
        <p:spPr>
          <a:xfrm>
            <a:off x="0" y="2831828"/>
            <a:ext cx="9143957" cy="2524125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9"/>
          <p:cNvSpPr txBox="1"/>
          <p:nvPr>
            <p:ph idx="1" type="subTitle"/>
          </p:nvPr>
        </p:nvSpPr>
        <p:spPr>
          <a:xfrm>
            <a:off x="3876950" y="1788747"/>
            <a:ext cx="38496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12" name="Google Shape;412;p39"/>
          <p:cNvSpPr txBox="1"/>
          <p:nvPr>
            <p:ph type="title"/>
          </p:nvPr>
        </p:nvSpPr>
        <p:spPr>
          <a:xfrm>
            <a:off x="3817375" y="554950"/>
            <a:ext cx="4613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13" name="Google Shape;413;p39"/>
          <p:cNvSpPr/>
          <p:nvPr/>
        </p:nvSpPr>
        <p:spPr>
          <a:xfrm>
            <a:off x="2226938" y="48483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9"/>
          <p:cNvSpPr/>
          <p:nvPr/>
        </p:nvSpPr>
        <p:spPr>
          <a:xfrm>
            <a:off x="7885688" y="45067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9"/>
          <p:cNvSpPr/>
          <p:nvPr/>
        </p:nvSpPr>
        <p:spPr>
          <a:xfrm>
            <a:off x="341650" y="4967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468000" y="17030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8235000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3876950" y="352325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and includes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4"/>
              </a:rPr>
              <a:t>Freepik</a:t>
            </a:r>
            <a:endParaRPr b="1" i="0" sz="1200" u="sng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_1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713225" y="1390580"/>
            <a:ext cx="77175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2" name="Google Shape;422;p4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40"/>
          <p:cNvSpPr/>
          <p:nvPr/>
        </p:nvSpPr>
        <p:spPr>
          <a:xfrm>
            <a:off x="196400" y="3351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2149963" y="2500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5514163" y="2004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/>
          <p:nvPr/>
        </p:nvSpPr>
        <p:spPr>
          <a:xfrm>
            <a:off x="8536283" y="688322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0"/>
          <p:cNvSpPr/>
          <p:nvPr/>
        </p:nvSpPr>
        <p:spPr>
          <a:xfrm>
            <a:off x="8240649" y="404363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296475" y="45457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8125925" y="44472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/>
          <p:nvPr/>
        </p:nvSpPr>
        <p:spPr>
          <a:xfrm>
            <a:off x="25" y="0"/>
            <a:ext cx="9143957" cy="1253787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1"/>
          <p:cNvSpPr txBox="1"/>
          <p:nvPr>
            <p:ph idx="1" type="body"/>
          </p:nvPr>
        </p:nvSpPr>
        <p:spPr>
          <a:xfrm>
            <a:off x="4748375" y="1472075"/>
            <a:ext cx="36756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3" name="Google Shape;433;p41"/>
          <p:cNvSpPr txBox="1"/>
          <p:nvPr>
            <p:ph idx="2" type="body"/>
          </p:nvPr>
        </p:nvSpPr>
        <p:spPr>
          <a:xfrm>
            <a:off x="720025" y="1472076"/>
            <a:ext cx="36756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4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4" name="Google Shape;434;p41"/>
          <p:cNvSpPr/>
          <p:nvPr/>
        </p:nvSpPr>
        <p:spPr>
          <a:xfrm>
            <a:off x="278525" y="7574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1"/>
          <p:cNvSpPr/>
          <p:nvPr/>
        </p:nvSpPr>
        <p:spPr>
          <a:xfrm flipH="1">
            <a:off x="8620200" y="72682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390300" y="41176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278525" y="23711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8382725" y="1970163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1328550" y="1205250"/>
            <a:ext cx="64869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>
            <p:ph idx="1" type="body"/>
          </p:nvPr>
        </p:nvSpPr>
        <p:spPr>
          <a:xfrm>
            <a:off x="713225" y="539500"/>
            <a:ext cx="7717500" cy="61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/>
          <p:nvPr>
            <p:ph hasCustomPrompt="1" type="title"/>
          </p:nvPr>
        </p:nvSpPr>
        <p:spPr>
          <a:xfrm>
            <a:off x="1635175" y="1364400"/>
            <a:ext cx="6011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6" name="Google Shape;446;p44"/>
          <p:cNvSpPr txBox="1"/>
          <p:nvPr>
            <p:ph idx="1" type="body"/>
          </p:nvPr>
        </p:nvSpPr>
        <p:spPr>
          <a:xfrm>
            <a:off x="1883100" y="3327900"/>
            <a:ext cx="5377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/>
          <p:nvPr/>
        </p:nvSpPr>
        <p:spPr>
          <a:xfrm>
            <a:off x="0" y="3107598"/>
            <a:ext cx="9143957" cy="2035876"/>
          </a:xfrm>
          <a:custGeom>
            <a:rect b="b" l="l" r="r" t="t"/>
            <a:pathLst>
              <a:path extrusionOk="0" h="25077" w="54494">
                <a:moveTo>
                  <a:pt x="0" y="0"/>
                </a:moveTo>
                <a:lnTo>
                  <a:pt x="0" y="25076"/>
                </a:lnTo>
                <a:lnTo>
                  <a:pt x="54494" y="25076"/>
                </a:lnTo>
                <a:lnTo>
                  <a:pt x="544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6"/>
          <p:cNvSpPr/>
          <p:nvPr/>
        </p:nvSpPr>
        <p:spPr>
          <a:xfrm>
            <a:off x="590613" y="7152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6"/>
          <p:cNvSpPr/>
          <p:nvPr/>
        </p:nvSpPr>
        <p:spPr>
          <a:xfrm>
            <a:off x="1482650" y="42990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6"/>
          <p:cNvSpPr/>
          <p:nvPr/>
        </p:nvSpPr>
        <p:spPr>
          <a:xfrm>
            <a:off x="590600" y="34653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6"/>
          <p:cNvSpPr/>
          <p:nvPr/>
        </p:nvSpPr>
        <p:spPr>
          <a:xfrm>
            <a:off x="6082425" y="35575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6"/>
          <p:cNvSpPr/>
          <p:nvPr/>
        </p:nvSpPr>
        <p:spPr>
          <a:xfrm>
            <a:off x="8386050" y="4436313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6"/>
          <p:cNvSpPr/>
          <p:nvPr/>
        </p:nvSpPr>
        <p:spPr>
          <a:xfrm>
            <a:off x="411500" y="24119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46"/>
          <p:cNvGrpSpPr/>
          <p:nvPr/>
        </p:nvGrpSpPr>
        <p:grpSpPr>
          <a:xfrm flipH="1" rot="618721">
            <a:off x="5623175" y="378953"/>
            <a:ext cx="4283884" cy="4504184"/>
            <a:chOff x="-1059950" y="251655"/>
            <a:chExt cx="4284090" cy="4504402"/>
          </a:xfrm>
        </p:grpSpPr>
        <p:grpSp>
          <p:nvGrpSpPr>
            <p:cNvPr id="457" name="Google Shape;457;p46"/>
            <p:cNvGrpSpPr/>
            <p:nvPr/>
          </p:nvGrpSpPr>
          <p:grpSpPr>
            <a:xfrm rot="8415650">
              <a:off x="-53320" y="518925"/>
              <a:ext cx="2270829" cy="3969861"/>
              <a:chOff x="2177025" y="1164850"/>
              <a:chExt cx="822275" cy="1437500"/>
            </a:xfrm>
          </p:grpSpPr>
          <p:sp>
            <p:nvSpPr>
              <p:cNvPr id="458" name="Google Shape;458;p46"/>
              <p:cNvSpPr/>
              <p:nvPr/>
            </p:nvSpPr>
            <p:spPr>
              <a:xfrm>
                <a:off x="2368775" y="2227025"/>
                <a:ext cx="129650" cy="254475"/>
              </a:xfrm>
              <a:custGeom>
                <a:rect b="b" l="l" r="r" t="t"/>
                <a:pathLst>
                  <a:path extrusionOk="0" h="10179" w="5186">
                    <a:moveTo>
                      <a:pt x="4770" y="1"/>
                    </a:moveTo>
                    <a:cubicBezTo>
                      <a:pt x="4633" y="1"/>
                      <a:pt x="4503" y="79"/>
                      <a:pt x="4446" y="212"/>
                    </a:cubicBezTo>
                    <a:lnTo>
                      <a:pt x="79" y="9660"/>
                    </a:lnTo>
                    <a:cubicBezTo>
                      <a:pt x="0" y="9843"/>
                      <a:pt x="79" y="10059"/>
                      <a:pt x="262" y="10144"/>
                    </a:cubicBezTo>
                    <a:cubicBezTo>
                      <a:pt x="310" y="10167"/>
                      <a:pt x="361" y="10178"/>
                      <a:pt x="412" y="10178"/>
                    </a:cubicBezTo>
                    <a:cubicBezTo>
                      <a:pt x="546" y="10178"/>
                      <a:pt x="677" y="10100"/>
                      <a:pt x="739" y="9967"/>
                    </a:cubicBezTo>
                    <a:lnTo>
                      <a:pt x="5100" y="519"/>
                    </a:lnTo>
                    <a:cubicBezTo>
                      <a:pt x="5185" y="336"/>
                      <a:pt x="5107" y="120"/>
                      <a:pt x="4924" y="35"/>
                    </a:cubicBezTo>
                    <a:cubicBezTo>
                      <a:pt x="4874" y="12"/>
                      <a:pt x="4821" y="1"/>
                      <a:pt x="47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46"/>
              <p:cNvSpPr/>
              <p:nvPr/>
            </p:nvSpPr>
            <p:spPr>
              <a:xfrm>
                <a:off x="2457700" y="1164850"/>
                <a:ext cx="541600" cy="1101150"/>
              </a:xfrm>
              <a:custGeom>
                <a:rect b="b" l="l" r="r" t="t"/>
                <a:pathLst>
                  <a:path extrusionOk="0" h="44046" w="21664">
                    <a:moveTo>
                      <a:pt x="20545" y="1"/>
                    </a:moveTo>
                    <a:cubicBezTo>
                      <a:pt x="20174" y="1"/>
                      <a:pt x="19818" y="212"/>
                      <a:pt x="19656" y="570"/>
                    </a:cubicBezTo>
                    <a:lnTo>
                      <a:pt x="229" y="42653"/>
                    </a:lnTo>
                    <a:cubicBezTo>
                      <a:pt x="0" y="43143"/>
                      <a:pt x="216" y="43732"/>
                      <a:pt x="706" y="43954"/>
                    </a:cubicBezTo>
                    <a:cubicBezTo>
                      <a:pt x="839" y="44016"/>
                      <a:pt x="979" y="44046"/>
                      <a:pt x="1117" y="44046"/>
                    </a:cubicBezTo>
                    <a:cubicBezTo>
                      <a:pt x="1487" y="44046"/>
                      <a:pt x="1841" y="43834"/>
                      <a:pt x="2008" y="43477"/>
                    </a:cubicBezTo>
                    <a:lnTo>
                      <a:pt x="21434" y="1394"/>
                    </a:lnTo>
                    <a:cubicBezTo>
                      <a:pt x="21663" y="903"/>
                      <a:pt x="21447" y="315"/>
                      <a:pt x="20957" y="92"/>
                    </a:cubicBezTo>
                    <a:cubicBezTo>
                      <a:pt x="20824" y="30"/>
                      <a:pt x="20683" y="1"/>
                      <a:pt x="20545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46"/>
              <p:cNvSpPr/>
              <p:nvPr/>
            </p:nvSpPr>
            <p:spPr>
              <a:xfrm>
                <a:off x="2491200" y="1846200"/>
                <a:ext cx="194400" cy="345425"/>
              </a:xfrm>
              <a:custGeom>
                <a:rect b="b" l="l" r="r" t="t"/>
                <a:pathLst>
                  <a:path extrusionOk="0" h="13817" w="7776">
                    <a:moveTo>
                      <a:pt x="5997" y="0"/>
                    </a:moveTo>
                    <a:lnTo>
                      <a:pt x="1" y="12993"/>
                    </a:lnTo>
                    <a:lnTo>
                      <a:pt x="1779" y="13817"/>
                    </a:lnTo>
                    <a:lnTo>
                      <a:pt x="7775" y="818"/>
                    </a:lnTo>
                    <a:lnTo>
                      <a:pt x="5997" y="0"/>
                    </a:lnTo>
                    <a:close/>
                  </a:path>
                </a:pathLst>
              </a:custGeom>
              <a:solidFill>
                <a:srgbClr val="1A2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6"/>
              <p:cNvSpPr/>
              <p:nvPr/>
            </p:nvSpPr>
            <p:spPr>
              <a:xfrm>
                <a:off x="2536800" y="1945100"/>
                <a:ext cx="103175" cy="147475"/>
              </a:xfrm>
              <a:custGeom>
                <a:rect b="b" l="l" r="r" t="t"/>
                <a:pathLst>
                  <a:path extrusionOk="0" h="5899" w="4127">
                    <a:moveTo>
                      <a:pt x="2348" y="0"/>
                    </a:moveTo>
                    <a:lnTo>
                      <a:pt x="1" y="5081"/>
                    </a:lnTo>
                    <a:lnTo>
                      <a:pt x="1779" y="5898"/>
                    </a:lnTo>
                    <a:lnTo>
                      <a:pt x="4127" y="824"/>
                    </a:lnTo>
                    <a:lnTo>
                      <a:pt x="2348" y="0"/>
                    </a:lnTo>
                    <a:close/>
                  </a:path>
                </a:pathLst>
              </a:custGeom>
              <a:solidFill>
                <a:srgbClr val="1C0D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6"/>
              <p:cNvSpPr/>
              <p:nvPr/>
            </p:nvSpPr>
            <p:spPr>
              <a:xfrm>
                <a:off x="2482700" y="1217775"/>
                <a:ext cx="487650" cy="1029525"/>
              </a:xfrm>
              <a:custGeom>
                <a:rect b="b" l="l" r="r" t="t"/>
                <a:pathLst>
                  <a:path extrusionOk="0" h="41181" w="19506">
                    <a:moveTo>
                      <a:pt x="19090" y="1"/>
                    </a:moveTo>
                    <a:cubicBezTo>
                      <a:pt x="18953" y="1"/>
                      <a:pt x="18822" y="79"/>
                      <a:pt x="18760" y="212"/>
                    </a:cubicBezTo>
                    <a:lnTo>
                      <a:pt x="86" y="40667"/>
                    </a:lnTo>
                    <a:cubicBezTo>
                      <a:pt x="1" y="40850"/>
                      <a:pt x="86" y="41066"/>
                      <a:pt x="262" y="41151"/>
                    </a:cubicBezTo>
                    <a:cubicBezTo>
                      <a:pt x="310" y="41171"/>
                      <a:pt x="360" y="41181"/>
                      <a:pt x="410" y="41181"/>
                    </a:cubicBezTo>
                    <a:cubicBezTo>
                      <a:pt x="549" y="41181"/>
                      <a:pt x="683" y="41103"/>
                      <a:pt x="746" y="40967"/>
                    </a:cubicBezTo>
                    <a:lnTo>
                      <a:pt x="19421" y="519"/>
                    </a:lnTo>
                    <a:cubicBezTo>
                      <a:pt x="19506" y="336"/>
                      <a:pt x="19427" y="120"/>
                      <a:pt x="19244" y="35"/>
                    </a:cubicBezTo>
                    <a:cubicBezTo>
                      <a:pt x="19194" y="12"/>
                      <a:pt x="19142" y="1"/>
                      <a:pt x="19090" y="1"/>
                    </a:cubicBezTo>
                    <a:close/>
                  </a:path>
                </a:pathLst>
              </a:custGeom>
              <a:solidFill>
                <a:srgbClr val="FFFFFF">
                  <a:alpha val="5843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46"/>
              <p:cNvSpPr/>
              <p:nvPr/>
            </p:nvSpPr>
            <p:spPr>
              <a:xfrm>
                <a:off x="2177025" y="2387075"/>
                <a:ext cx="245375" cy="215275"/>
              </a:xfrm>
              <a:custGeom>
                <a:rect b="b" l="l" r="r" t="t"/>
                <a:pathLst>
                  <a:path extrusionOk="0" h="8611" w="9815">
                    <a:moveTo>
                      <a:pt x="4904" y="1"/>
                    </a:moveTo>
                    <a:cubicBezTo>
                      <a:pt x="3279" y="1"/>
                      <a:pt x="1725" y="927"/>
                      <a:pt x="1001" y="2500"/>
                    </a:cubicBezTo>
                    <a:cubicBezTo>
                      <a:pt x="0" y="4664"/>
                      <a:pt x="942" y="7221"/>
                      <a:pt x="3106" y="8214"/>
                    </a:cubicBezTo>
                    <a:cubicBezTo>
                      <a:pt x="3689" y="8483"/>
                      <a:pt x="4302" y="8610"/>
                      <a:pt x="4905" y="8610"/>
                    </a:cubicBezTo>
                    <a:cubicBezTo>
                      <a:pt x="6532" y="8610"/>
                      <a:pt x="8089" y="7683"/>
                      <a:pt x="8814" y="6109"/>
                    </a:cubicBezTo>
                    <a:cubicBezTo>
                      <a:pt x="9815" y="3951"/>
                      <a:pt x="8867" y="1395"/>
                      <a:pt x="6709" y="401"/>
                    </a:cubicBezTo>
                    <a:cubicBezTo>
                      <a:pt x="6123" y="129"/>
                      <a:pt x="5509" y="1"/>
                      <a:pt x="4904" y="1"/>
                    </a:cubicBezTo>
                    <a:close/>
                  </a:path>
                </a:pathLst>
              </a:custGeom>
              <a:solidFill>
                <a:srgbClr val="4A60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46"/>
              <p:cNvSpPr/>
              <p:nvPr/>
            </p:nvSpPr>
            <p:spPr>
              <a:xfrm>
                <a:off x="2191075" y="2399375"/>
                <a:ext cx="217275" cy="190750"/>
              </a:xfrm>
              <a:custGeom>
                <a:rect b="b" l="l" r="r" t="t"/>
                <a:pathLst>
                  <a:path extrusionOk="0" h="7630" w="8691">
                    <a:moveTo>
                      <a:pt x="4344" y="1"/>
                    </a:moveTo>
                    <a:cubicBezTo>
                      <a:pt x="2903" y="1"/>
                      <a:pt x="1527" y="820"/>
                      <a:pt x="883" y="2217"/>
                    </a:cubicBezTo>
                    <a:cubicBezTo>
                      <a:pt x="0" y="4126"/>
                      <a:pt x="831" y="6395"/>
                      <a:pt x="2747" y="7278"/>
                    </a:cubicBezTo>
                    <a:cubicBezTo>
                      <a:pt x="3263" y="7517"/>
                      <a:pt x="3806" y="7630"/>
                      <a:pt x="4340" y="7630"/>
                    </a:cubicBezTo>
                    <a:cubicBezTo>
                      <a:pt x="5782" y="7630"/>
                      <a:pt x="7164" y="6807"/>
                      <a:pt x="7808" y="5414"/>
                    </a:cubicBezTo>
                    <a:cubicBezTo>
                      <a:pt x="8690" y="3498"/>
                      <a:pt x="7854" y="1236"/>
                      <a:pt x="5944" y="353"/>
                    </a:cubicBezTo>
                    <a:cubicBezTo>
                      <a:pt x="5425" y="114"/>
                      <a:pt x="4880" y="1"/>
                      <a:pt x="4344" y="1"/>
                    </a:cubicBezTo>
                    <a:close/>
                  </a:path>
                </a:pathLst>
              </a:custGeom>
              <a:solidFill>
                <a:srgbClr val="E4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" name="Google Shape;465;p46"/>
            <p:cNvSpPr/>
            <p:nvPr/>
          </p:nvSpPr>
          <p:spPr>
            <a:xfrm rot="-1384007">
              <a:off x="380580" y="570323"/>
              <a:ext cx="200782" cy="212767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46"/>
          <p:cNvGrpSpPr/>
          <p:nvPr/>
        </p:nvGrpSpPr>
        <p:grpSpPr>
          <a:xfrm flipH="1" rot="-1112776">
            <a:off x="5548685" y="1592196"/>
            <a:ext cx="2524214" cy="3923132"/>
            <a:chOff x="3043225" y="2986550"/>
            <a:chExt cx="833725" cy="1295775"/>
          </a:xfrm>
        </p:grpSpPr>
        <p:sp>
          <p:nvSpPr>
            <p:cNvPr id="467" name="Google Shape;467;p46"/>
            <p:cNvSpPr/>
            <p:nvPr/>
          </p:nvSpPr>
          <p:spPr>
            <a:xfrm>
              <a:off x="3043225" y="2986550"/>
              <a:ext cx="167100" cy="212850"/>
            </a:xfrm>
            <a:custGeom>
              <a:rect b="b" l="l" r="r" t="t"/>
              <a:pathLst>
                <a:path extrusionOk="0" h="8514" w="6684">
                  <a:moveTo>
                    <a:pt x="5205" y="6440"/>
                  </a:moveTo>
                  <a:cubicBezTo>
                    <a:pt x="5205" y="6440"/>
                    <a:pt x="5205" y="6440"/>
                    <a:pt x="5206" y="6441"/>
                  </a:cubicBezTo>
                  <a:lnTo>
                    <a:pt x="5206" y="6443"/>
                  </a:lnTo>
                  <a:lnTo>
                    <a:pt x="5206" y="6443"/>
                  </a:lnTo>
                  <a:cubicBezTo>
                    <a:pt x="5205" y="6441"/>
                    <a:pt x="5204" y="6440"/>
                    <a:pt x="5205" y="6440"/>
                  </a:cubicBezTo>
                  <a:close/>
                  <a:moveTo>
                    <a:pt x="2891" y="0"/>
                  </a:moveTo>
                  <a:cubicBezTo>
                    <a:pt x="2891" y="0"/>
                    <a:pt x="2715" y="138"/>
                    <a:pt x="2427" y="386"/>
                  </a:cubicBezTo>
                  <a:cubicBezTo>
                    <a:pt x="2139" y="641"/>
                    <a:pt x="1740" y="1014"/>
                    <a:pt x="1302" y="1511"/>
                  </a:cubicBezTo>
                  <a:cubicBezTo>
                    <a:pt x="1086" y="1759"/>
                    <a:pt x="858" y="2040"/>
                    <a:pt x="648" y="2354"/>
                  </a:cubicBezTo>
                  <a:cubicBezTo>
                    <a:pt x="439" y="2675"/>
                    <a:pt x="243" y="3034"/>
                    <a:pt x="112" y="3440"/>
                  </a:cubicBezTo>
                  <a:cubicBezTo>
                    <a:pt x="53" y="3642"/>
                    <a:pt x="8" y="3865"/>
                    <a:pt x="8" y="4094"/>
                  </a:cubicBezTo>
                  <a:cubicBezTo>
                    <a:pt x="1" y="4205"/>
                    <a:pt x="21" y="4329"/>
                    <a:pt x="40" y="4440"/>
                  </a:cubicBezTo>
                  <a:lnTo>
                    <a:pt x="73" y="4597"/>
                  </a:lnTo>
                  <a:lnTo>
                    <a:pt x="79" y="4604"/>
                  </a:lnTo>
                  <a:lnTo>
                    <a:pt x="79" y="4617"/>
                  </a:lnTo>
                  <a:lnTo>
                    <a:pt x="86" y="4630"/>
                  </a:lnTo>
                  <a:lnTo>
                    <a:pt x="93" y="4649"/>
                  </a:lnTo>
                  <a:lnTo>
                    <a:pt x="106" y="4689"/>
                  </a:lnTo>
                  <a:lnTo>
                    <a:pt x="132" y="4767"/>
                  </a:lnTo>
                  <a:cubicBezTo>
                    <a:pt x="204" y="4976"/>
                    <a:pt x="315" y="5186"/>
                    <a:pt x="452" y="5382"/>
                  </a:cubicBezTo>
                  <a:cubicBezTo>
                    <a:pt x="589" y="5571"/>
                    <a:pt x="773" y="5735"/>
                    <a:pt x="975" y="5866"/>
                  </a:cubicBezTo>
                  <a:cubicBezTo>
                    <a:pt x="1178" y="5996"/>
                    <a:pt x="1413" y="6068"/>
                    <a:pt x="1636" y="6127"/>
                  </a:cubicBezTo>
                  <a:cubicBezTo>
                    <a:pt x="1865" y="6179"/>
                    <a:pt x="2093" y="6199"/>
                    <a:pt x="2316" y="6212"/>
                  </a:cubicBezTo>
                  <a:cubicBezTo>
                    <a:pt x="2410" y="6218"/>
                    <a:pt x="2504" y="6220"/>
                    <a:pt x="2597" y="6220"/>
                  </a:cubicBezTo>
                  <a:cubicBezTo>
                    <a:pt x="2724" y="6220"/>
                    <a:pt x="2849" y="6216"/>
                    <a:pt x="2970" y="6212"/>
                  </a:cubicBezTo>
                  <a:cubicBezTo>
                    <a:pt x="3179" y="6199"/>
                    <a:pt x="3388" y="6192"/>
                    <a:pt x="3591" y="6179"/>
                  </a:cubicBezTo>
                  <a:cubicBezTo>
                    <a:pt x="3769" y="6174"/>
                    <a:pt x="3946" y="6168"/>
                    <a:pt x="4117" y="6168"/>
                  </a:cubicBezTo>
                  <a:cubicBezTo>
                    <a:pt x="4329" y="6168"/>
                    <a:pt x="4531" y="6177"/>
                    <a:pt x="4715" y="6206"/>
                  </a:cubicBezTo>
                  <a:cubicBezTo>
                    <a:pt x="4885" y="6232"/>
                    <a:pt x="5029" y="6284"/>
                    <a:pt x="5121" y="6356"/>
                  </a:cubicBezTo>
                  <a:cubicBezTo>
                    <a:pt x="5134" y="6362"/>
                    <a:pt x="5140" y="6369"/>
                    <a:pt x="5147" y="6376"/>
                  </a:cubicBezTo>
                  <a:lnTo>
                    <a:pt x="5154" y="6382"/>
                  </a:lnTo>
                  <a:lnTo>
                    <a:pt x="5167" y="6395"/>
                  </a:lnTo>
                  <a:lnTo>
                    <a:pt x="5186" y="6421"/>
                  </a:lnTo>
                  <a:lnTo>
                    <a:pt x="5206" y="6447"/>
                  </a:lnTo>
                  <a:lnTo>
                    <a:pt x="5219" y="6461"/>
                  </a:lnTo>
                  <a:lnTo>
                    <a:pt x="5252" y="6513"/>
                  </a:lnTo>
                  <a:cubicBezTo>
                    <a:pt x="5297" y="6585"/>
                    <a:pt x="5343" y="6657"/>
                    <a:pt x="5389" y="6722"/>
                  </a:cubicBezTo>
                  <a:cubicBezTo>
                    <a:pt x="5572" y="6997"/>
                    <a:pt x="5742" y="7245"/>
                    <a:pt x="5892" y="7461"/>
                  </a:cubicBezTo>
                  <a:cubicBezTo>
                    <a:pt x="6043" y="7683"/>
                    <a:pt x="6180" y="7873"/>
                    <a:pt x="6291" y="8030"/>
                  </a:cubicBezTo>
                  <a:cubicBezTo>
                    <a:pt x="6514" y="8337"/>
                    <a:pt x="6651" y="8514"/>
                    <a:pt x="6651" y="8514"/>
                  </a:cubicBezTo>
                  <a:lnTo>
                    <a:pt x="6684" y="8494"/>
                  </a:lnTo>
                  <a:cubicBezTo>
                    <a:pt x="6684" y="8494"/>
                    <a:pt x="6599" y="8291"/>
                    <a:pt x="6422" y="7945"/>
                  </a:cubicBezTo>
                  <a:cubicBezTo>
                    <a:pt x="6337" y="7775"/>
                    <a:pt x="6232" y="7566"/>
                    <a:pt x="6108" y="7330"/>
                  </a:cubicBezTo>
                  <a:cubicBezTo>
                    <a:pt x="5984" y="7095"/>
                    <a:pt x="5847" y="6827"/>
                    <a:pt x="5690" y="6546"/>
                  </a:cubicBezTo>
                  <a:cubicBezTo>
                    <a:pt x="5650" y="6474"/>
                    <a:pt x="5611" y="6395"/>
                    <a:pt x="5565" y="6323"/>
                  </a:cubicBezTo>
                  <a:lnTo>
                    <a:pt x="5539" y="6264"/>
                  </a:lnTo>
                  <a:lnTo>
                    <a:pt x="5526" y="6251"/>
                  </a:lnTo>
                  <a:lnTo>
                    <a:pt x="5526" y="6245"/>
                  </a:lnTo>
                  <a:lnTo>
                    <a:pt x="5513" y="6225"/>
                  </a:lnTo>
                  <a:lnTo>
                    <a:pt x="5494" y="6199"/>
                  </a:lnTo>
                  <a:lnTo>
                    <a:pt x="5480" y="6173"/>
                  </a:lnTo>
                  <a:lnTo>
                    <a:pt x="5467" y="6160"/>
                  </a:lnTo>
                  <a:lnTo>
                    <a:pt x="5454" y="6140"/>
                  </a:lnTo>
                  <a:cubicBezTo>
                    <a:pt x="5435" y="6114"/>
                    <a:pt x="5409" y="6088"/>
                    <a:pt x="5389" y="6068"/>
                  </a:cubicBezTo>
                  <a:cubicBezTo>
                    <a:pt x="5212" y="5905"/>
                    <a:pt x="4997" y="5833"/>
                    <a:pt x="4800" y="5787"/>
                  </a:cubicBezTo>
                  <a:cubicBezTo>
                    <a:pt x="4543" y="5733"/>
                    <a:pt x="4286" y="5719"/>
                    <a:pt x="4025" y="5719"/>
                  </a:cubicBezTo>
                  <a:cubicBezTo>
                    <a:pt x="3875" y="5719"/>
                    <a:pt x="3724" y="5723"/>
                    <a:pt x="3571" y="5728"/>
                  </a:cubicBezTo>
                  <a:cubicBezTo>
                    <a:pt x="3153" y="5748"/>
                    <a:pt x="2741" y="5800"/>
                    <a:pt x="2322" y="5800"/>
                  </a:cubicBezTo>
                  <a:cubicBezTo>
                    <a:pt x="2289" y="5801"/>
                    <a:pt x="2256" y="5802"/>
                    <a:pt x="2223" y="5802"/>
                  </a:cubicBezTo>
                  <a:cubicBezTo>
                    <a:pt x="2052" y="5802"/>
                    <a:pt x="1878" y="5787"/>
                    <a:pt x="1714" y="5754"/>
                  </a:cubicBezTo>
                  <a:cubicBezTo>
                    <a:pt x="1518" y="5715"/>
                    <a:pt x="1322" y="5663"/>
                    <a:pt x="1152" y="5565"/>
                  </a:cubicBezTo>
                  <a:cubicBezTo>
                    <a:pt x="988" y="5467"/>
                    <a:pt x="831" y="5336"/>
                    <a:pt x="707" y="5179"/>
                  </a:cubicBezTo>
                  <a:cubicBezTo>
                    <a:pt x="589" y="5022"/>
                    <a:pt x="485" y="4852"/>
                    <a:pt x="413" y="4656"/>
                  </a:cubicBezTo>
                  <a:lnTo>
                    <a:pt x="361" y="4525"/>
                  </a:lnTo>
                  <a:lnTo>
                    <a:pt x="315" y="4368"/>
                  </a:lnTo>
                  <a:cubicBezTo>
                    <a:pt x="302" y="4277"/>
                    <a:pt x="282" y="4192"/>
                    <a:pt x="282" y="4087"/>
                  </a:cubicBezTo>
                  <a:cubicBezTo>
                    <a:pt x="276" y="3897"/>
                    <a:pt x="308" y="3701"/>
                    <a:pt x="354" y="3512"/>
                  </a:cubicBezTo>
                  <a:cubicBezTo>
                    <a:pt x="459" y="3132"/>
                    <a:pt x="635" y="2779"/>
                    <a:pt x="825" y="2465"/>
                  </a:cubicBezTo>
                  <a:cubicBezTo>
                    <a:pt x="1014" y="2152"/>
                    <a:pt x="1217" y="1864"/>
                    <a:pt x="1420" y="1609"/>
                  </a:cubicBezTo>
                  <a:cubicBezTo>
                    <a:pt x="1825" y="1099"/>
                    <a:pt x="2211" y="713"/>
                    <a:pt x="2479" y="445"/>
                  </a:cubicBezTo>
                  <a:cubicBezTo>
                    <a:pt x="2754" y="177"/>
                    <a:pt x="2917" y="33"/>
                    <a:pt x="2917" y="33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3167625" y="3139225"/>
              <a:ext cx="93550" cy="129650"/>
            </a:xfrm>
            <a:custGeom>
              <a:rect b="b" l="l" r="r" t="t"/>
              <a:pathLst>
                <a:path extrusionOk="0" h="5186" w="3742">
                  <a:moveTo>
                    <a:pt x="779" y="0"/>
                  </a:moveTo>
                  <a:lnTo>
                    <a:pt x="1" y="471"/>
                  </a:lnTo>
                  <a:lnTo>
                    <a:pt x="2590" y="5186"/>
                  </a:lnTo>
                  <a:lnTo>
                    <a:pt x="3741" y="448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3222075" y="3241275"/>
              <a:ext cx="654875" cy="1041050"/>
            </a:xfrm>
            <a:custGeom>
              <a:rect b="b" l="l" r="r" t="t"/>
              <a:pathLst>
                <a:path extrusionOk="0" h="41642" w="26195">
                  <a:moveTo>
                    <a:pt x="1122" y="0"/>
                  </a:moveTo>
                  <a:cubicBezTo>
                    <a:pt x="949" y="0"/>
                    <a:pt x="774" y="46"/>
                    <a:pt x="615" y="142"/>
                  </a:cubicBezTo>
                  <a:cubicBezTo>
                    <a:pt x="151" y="417"/>
                    <a:pt x="0" y="1025"/>
                    <a:pt x="282" y="1483"/>
                  </a:cubicBezTo>
                  <a:lnTo>
                    <a:pt x="24240" y="41166"/>
                  </a:lnTo>
                  <a:cubicBezTo>
                    <a:pt x="24425" y="41472"/>
                    <a:pt x="24749" y="41642"/>
                    <a:pt x="25081" y="41642"/>
                  </a:cubicBezTo>
                  <a:cubicBezTo>
                    <a:pt x="25253" y="41642"/>
                    <a:pt x="25428" y="41596"/>
                    <a:pt x="25587" y="41500"/>
                  </a:cubicBezTo>
                  <a:cubicBezTo>
                    <a:pt x="26051" y="41219"/>
                    <a:pt x="26195" y="40617"/>
                    <a:pt x="25920" y="40153"/>
                  </a:cubicBezTo>
                  <a:lnTo>
                    <a:pt x="1962" y="469"/>
                  </a:lnTo>
                  <a:cubicBezTo>
                    <a:pt x="1777" y="169"/>
                    <a:pt x="1454" y="0"/>
                    <a:pt x="1122" y="0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3263425" y="3309875"/>
              <a:ext cx="226925" cy="331700"/>
            </a:xfrm>
            <a:custGeom>
              <a:rect b="b" l="l" r="r" t="t"/>
              <a:pathLst>
                <a:path extrusionOk="0" h="13268" w="9077">
                  <a:moveTo>
                    <a:pt x="1681" y="1"/>
                  </a:moveTo>
                  <a:lnTo>
                    <a:pt x="1" y="1014"/>
                  </a:lnTo>
                  <a:lnTo>
                    <a:pt x="7396" y="13268"/>
                  </a:lnTo>
                  <a:lnTo>
                    <a:pt x="9076" y="12254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3319675" y="3403050"/>
              <a:ext cx="114275" cy="145200"/>
            </a:xfrm>
            <a:custGeom>
              <a:rect b="b" l="l" r="r" t="t"/>
              <a:pathLst>
                <a:path extrusionOk="0" h="5808" w="4571">
                  <a:moveTo>
                    <a:pt x="1680" y="1"/>
                  </a:moveTo>
                  <a:lnTo>
                    <a:pt x="0" y="1014"/>
                  </a:lnTo>
                  <a:lnTo>
                    <a:pt x="2897" y="5807"/>
                  </a:lnTo>
                  <a:lnTo>
                    <a:pt x="4571" y="4794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3252325" y="3267875"/>
              <a:ext cx="596500" cy="971825"/>
            </a:xfrm>
            <a:custGeom>
              <a:rect b="b" l="l" r="r" t="t"/>
              <a:pathLst>
                <a:path extrusionOk="0" h="38873" w="23860">
                  <a:moveTo>
                    <a:pt x="414" y="1"/>
                  </a:moveTo>
                  <a:cubicBezTo>
                    <a:pt x="351" y="1"/>
                    <a:pt x="286" y="17"/>
                    <a:pt x="229" y="53"/>
                  </a:cubicBezTo>
                  <a:cubicBezTo>
                    <a:pt x="59" y="157"/>
                    <a:pt x="0" y="380"/>
                    <a:pt x="105" y="550"/>
                  </a:cubicBezTo>
                  <a:lnTo>
                    <a:pt x="23134" y="38697"/>
                  </a:lnTo>
                  <a:cubicBezTo>
                    <a:pt x="23203" y="38809"/>
                    <a:pt x="23324" y="38873"/>
                    <a:pt x="23447" y="38873"/>
                  </a:cubicBezTo>
                  <a:cubicBezTo>
                    <a:pt x="23510" y="38873"/>
                    <a:pt x="23574" y="38856"/>
                    <a:pt x="23631" y="38821"/>
                  </a:cubicBezTo>
                  <a:cubicBezTo>
                    <a:pt x="23801" y="38716"/>
                    <a:pt x="23860" y="38494"/>
                    <a:pt x="23755" y="38324"/>
                  </a:cubicBezTo>
                  <a:lnTo>
                    <a:pt x="726" y="177"/>
                  </a:lnTo>
                  <a:cubicBezTo>
                    <a:pt x="661" y="64"/>
                    <a:pt x="539" y="1"/>
                    <a:pt x="414" y="1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46"/>
          <p:cNvGrpSpPr/>
          <p:nvPr/>
        </p:nvGrpSpPr>
        <p:grpSpPr>
          <a:xfrm rot="241106">
            <a:off x="7234648" y="276871"/>
            <a:ext cx="791886" cy="780072"/>
            <a:chOff x="3976000" y="1364150"/>
            <a:chExt cx="437300" cy="430800"/>
          </a:xfrm>
        </p:grpSpPr>
        <p:sp>
          <p:nvSpPr>
            <p:cNvPr id="474" name="Google Shape;474;p46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46"/>
          <p:cNvSpPr/>
          <p:nvPr/>
        </p:nvSpPr>
        <p:spPr>
          <a:xfrm flipH="1">
            <a:off x="8018500" y="3424163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6"/>
          <p:cNvSpPr/>
          <p:nvPr/>
        </p:nvSpPr>
        <p:spPr>
          <a:xfrm flipH="1">
            <a:off x="8170900" y="3576563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/>
          <p:nvPr/>
        </p:nvSpPr>
        <p:spPr>
          <a:xfrm flipH="1">
            <a:off x="-4" y="2243125"/>
            <a:ext cx="2336454" cy="2900391"/>
          </a:xfrm>
          <a:custGeom>
            <a:rect b="b" l="l" r="r" t="t"/>
            <a:pathLst>
              <a:path extrusionOk="0" h="40286" w="32453">
                <a:moveTo>
                  <a:pt x="32453" y="1"/>
                </a:moveTo>
                <a:cubicBezTo>
                  <a:pt x="14157" y="2283"/>
                  <a:pt x="1" y="17891"/>
                  <a:pt x="1" y="36807"/>
                </a:cubicBezTo>
                <a:cubicBezTo>
                  <a:pt x="1" y="37978"/>
                  <a:pt x="60" y="39135"/>
                  <a:pt x="164" y="40286"/>
                </a:cubicBezTo>
                <a:lnTo>
                  <a:pt x="32453" y="40286"/>
                </a:lnTo>
                <a:lnTo>
                  <a:pt x="324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47"/>
          <p:cNvGrpSpPr/>
          <p:nvPr/>
        </p:nvGrpSpPr>
        <p:grpSpPr>
          <a:xfrm rot="-1169207">
            <a:off x="499570" y="3464633"/>
            <a:ext cx="1337320" cy="980055"/>
            <a:chOff x="4590950" y="1456150"/>
            <a:chExt cx="373225" cy="273525"/>
          </a:xfrm>
        </p:grpSpPr>
        <p:sp>
          <p:nvSpPr>
            <p:cNvPr id="488" name="Google Shape;488;p47"/>
            <p:cNvSpPr/>
            <p:nvPr/>
          </p:nvSpPr>
          <p:spPr>
            <a:xfrm>
              <a:off x="4678100" y="1456150"/>
              <a:ext cx="185725" cy="72775"/>
            </a:xfrm>
            <a:custGeom>
              <a:rect b="b" l="l" r="r" t="t"/>
              <a:pathLst>
                <a:path extrusionOk="0" h="2911" w="7429">
                  <a:moveTo>
                    <a:pt x="870" y="1"/>
                  </a:moveTo>
                  <a:cubicBezTo>
                    <a:pt x="392" y="1"/>
                    <a:pt x="0" y="393"/>
                    <a:pt x="0" y="871"/>
                  </a:cubicBezTo>
                  <a:lnTo>
                    <a:pt x="0" y="2911"/>
                  </a:lnTo>
                  <a:lnTo>
                    <a:pt x="628" y="2911"/>
                  </a:lnTo>
                  <a:lnTo>
                    <a:pt x="628" y="871"/>
                  </a:lnTo>
                  <a:cubicBezTo>
                    <a:pt x="628" y="733"/>
                    <a:pt x="739" y="622"/>
                    <a:pt x="870" y="622"/>
                  </a:cubicBezTo>
                  <a:lnTo>
                    <a:pt x="6558" y="622"/>
                  </a:lnTo>
                  <a:cubicBezTo>
                    <a:pt x="6696" y="622"/>
                    <a:pt x="6807" y="733"/>
                    <a:pt x="6807" y="871"/>
                  </a:cubicBezTo>
                  <a:lnTo>
                    <a:pt x="6807" y="2911"/>
                  </a:lnTo>
                  <a:lnTo>
                    <a:pt x="7428" y="2911"/>
                  </a:lnTo>
                  <a:lnTo>
                    <a:pt x="7428" y="871"/>
                  </a:lnTo>
                  <a:cubicBezTo>
                    <a:pt x="7428" y="393"/>
                    <a:pt x="7042" y="1"/>
                    <a:pt x="6558" y="1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4590950" y="1512550"/>
              <a:ext cx="373225" cy="217125"/>
            </a:xfrm>
            <a:custGeom>
              <a:rect b="b" l="l" r="r" t="t"/>
              <a:pathLst>
                <a:path extrusionOk="0" h="8685" w="14929">
                  <a:moveTo>
                    <a:pt x="1041" y="1"/>
                  </a:moveTo>
                  <a:cubicBezTo>
                    <a:pt x="472" y="1"/>
                    <a:pt x="1" y="465"/>
                    <a:pt x="1" y="1040"/>
                  </a:cubicBezTo>
                  <a:lnTo>
                    <a:pt x="1" y="7644"/>
                  </a:lnTo>
                  <a:cubicBezTo>
                    <a:pt x="1" y="8220"/>
                    <a:pt x="472" y="8684"/>
                    <a:pt x="1041" y="8684"/>
                  </a:cubicBezTo>
                  <a:lnTo>
                    <a:pt x="13889" y="8684"/>
                  </a:lnTo>
                  <a:cubicBezTo>
                    <a:pt x="14465" y="8684"/>
                    <a:pt x="14929" y="8220"/>
                    <a:pt x="14929" y="7644"/>
                  </a:cubicBezTo>
                  <a:lnTo>
                    <a:pt x="14929" y="1040"/>
                  </a:lnTo>
                  <a:cubicBezTo>
                    <a:pt x="14929" y="465"/>
                    <a:pt x="14465" y="1"/>
                    <a:pt x="13889" y="1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7"/>
            <p:cNvSpPr/>
            <p:nvPr/>
          </p:nvSpPr>
          <p:spPr>
            <a:xfrm>
              <a:off x="4590950" y="1512550"/>
              <a:ext cx="373225" cy="90925"/>
            </a:xfrm>
            <a:custGeom>
              <a:rect b="b" l="l" r="r" t="t"/>
              <a:pathLst>
                <a:path extrusionOk="0" h="3637" w="14929">
                  <a:moveTo>
                    <a:pt x="1041" y="1"/>
                  </a:moveTo>
                  <a:cubicBezTo>
                    <a:pt x="472" y="1"/>
                    <a:pt x="1" y="465"/>
                    <a:pt x="1" y="1040"/>
                  </a:cubicBezTo>
                  <a:lnTo>
                    <a:pt x="1" y="3636"/>
                  </a:lnTo>
                  <a:lnTo>
                    <a:pt x="14929" y="3636"/>
                  </a:lnTo>
                  <a:lnTo>
                    <a:pt x="14929" y="1040"/>
                  </a:lnTo>
                  <a:cubicBezTo>
                    <a:pt x="14929" y="465"/>
                    <a:pt x="14465" y="1"/>
                    <a:pt x="138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4645550" y="1584000"/>
              <a:ext cx="20950" cy="50700"/>
            </a:xfrm>
            <a:custGeom>
              <a:rect b="b" l="l" r="r" t="t"/>
              <a:pathLst>
                <a:path extrusionOk="0" h="2028" w="838">
                  <a:moveTo>
                    <a:pt x="419" y="0"/>
                  </a:moveTo>
                  <a:cubicBezTo>
                    <a:pt x="190" y="0"/>
                    <a:pt x="1" y="183"/>
                    <a:pt x="1" y="419"/>
                  </a:cubicBezTo>
                  <a:lnTo>
                    <a:pt x="1" y="1615"/>
                  </a:lnTo>
                  <a:cubicBezTo>
                    <a:pt x="1" y="1844"/>
                    <a:pt x="190" y="2027"/>
                    <a:pt x="419" y="2027"/>
                  </a:cubicBezTo>
                  <a:cubicBezTo>
                    <a:pt x="648" y="2027"/>
                    <a:pt x="838" y="1844"/>
                    <a:pt x="838" y="1615"/>
                  </a:cubicBezTo>
                  <a:lnTo>
                    <a:pt x="838" y="419"/>
                  </a:lnTo>
                  <a:cubicBezTo>
                    <a:pt x="838" y="183"/>
                    <a:pt x="648" y="0"/>
                    <a:pt x="419" y="0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4888800" y="1584000"/>
              <a:ext cx="20775" cy="50700"/>
            </a:xfrm>
            <a:custGeom>
              <a:rect b="b" l="l" r="r" t="t"/>
              <a:pathLst>
                <a:path extrusionOk="0" h="2028" w="831">
                  <a:moveTo>
                    <a:pt x="412" y="0"/>
                  </a:moveTo>
                  <a:cubicBezTo>
                    <a:pt x="184" y="0"/>
                    <a:pt x="1" y="183"/>
                    <a:pt x="1" y="419"/>
                  </a:cubicBezTo>
                  <a:lnTo>
                    <a:pt x="1" y="1615"/>
                  </a:lnTo>
                  <a:cubicBezTo>
                    <a:pt x="1" y="1844"/>
                    <a:pt x="184" y="2027"/>
                    <a:pt x="412" y="2027"/>
                  </a:cubicBezTo>
                  <a:cubicBezTo>
                    <a:pt x="641" y="2027"/>
                    <a:pt x="831" y="1844"/>
                    <a:pt x="831" y="1615"/>
                  </a:cubicBezTo>
                  <a:lnTo>
                    <a:pt x="831" y="419"/>
                  </a:lnTo>
                  <a:cubicBezTo>
                    <a:pt x="831" y="183"/>
                    <a:pt x="641" y="0"/>
                    <a:pt x="412" y="0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4721075" y="1564550"/>
              <a:ext cx="113150" cy="113125"/>
            </a:xfrm>
            <a:custGeom>
              <a:rect b="b" l="l" r="r" t="t"/>
              <a:pathLst>
                <a:path extrusionOk="0" h="4525" w="4526">
                  <a:moveTo>
                    <a:pt x="2263" y="0"/>
                  </a:moveTo>
                  <a:cubicBezTo>
                    <a:pt x="1014" y="0"/>
                    <a:pt x="1" y="1014"/>
                    <a:pt x="1" y="2262"/>
                  </a:cubicBezTo>
                  <a:cubicBezTo>
                    <a:pt x="1" y="3511"/>
                    <a:pt x="1014" y="4525"/>
                    <a:pt x="2263" y="4525"/>
                  </a:cubicBezTo>
                  <a:cubicBezTo>
                    <a:pt x="3512" y="4525"/>
                    <a:pt x="4526" y="3511"/>
                    <a:pt x="4526" y="2262"/>
                  </a:cubicBezTo>
                  <a:cubicBezTo>
                    <a:pt x="4526" y="1014"/>
                    <a:pt x="3512" y="0"/>
                    <a:pt x="2263" y="0"/>
                  </a:cubicBezTo>
                  <a:close/>
                </a:path>
              </a:pathLst>
            </a:custGeom>
            <a:solidFill>
              <a:srgbClr val="95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7"/>
            <p:cNvSpPr/>
            <p:nvPr/>
          </p:nvSpPr>
          <p:spPr>
            <a:xfrm>
              <a:off x="4742500" y="1582675"/>
              <a:ext cx="221675" cy="147000"/>
            </a:xfrm>
            <a:custGeom>
              <a:rect b="b" l="l" r="r" t="t"/>
              <a:pathLst>
                <a:path extrusionOk="0" h="5880" w="8867">
                  <a:moveTo>
                    <a:pt x="8867" y="1"/>
                  </a:moveTo>
                  <a:cubicBezTo>
                    <a:pt x="6297" y="3133"/>
                    <a:pt x="2779" y="4905"/>
                    <a:pt x="0" y="5879"/>
                  </a:cubicBezTo>
                  <a:lnTo>
                    <a:pt x="7827" y="5879"/>
                  </a:lnTo>
                  <a:cubicBezTo>
                    <a:pt x="8403" y="5879"/>
                    <a:pt x="8867" y="5415"/>
                    <a:pt x="8867" y="4839"/>
                  </a:cubicBezTo>
                  <a:lnTo>
                    <a:pt x="8867" y="1"/>
                  </a:ln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7"/>
            <p:cNvSpPr/>
            <p:nvPr/>
          </p:nvSpPr>
          <p:spPr>
            <a:xfrm>
              <a:off x="4745600" y="1588575"/>
              <a:ext cx="63950" cy="63775"/>
            </a:xfrm>
            <a:custGeom>
              <a:rect b="b" l="l" r="r" t="t"/>
              <a:pathLst>
                <a:path extrusionOk="0" h="2551" w="2558">
                  <a:moveTo>
                    <a:pt x="883" y="0"/>
                  </a:moveTo>
                  <a:lnTo>
                    <a:pt x="883" y="876"/>
                  </a:lnTo>
                  <a:lnTo>
                    <a:pt x="1" y="876"/>
                  </a:lnTo>
                  <a:lnTo>
                    <a:pt x="1" y="1674"/>
                  </a:lnTo>
                  <a:lnTo>
                    <a:pt x="883" y="1674"/>
                  </a:lnTo>
                  <a:lnTo>
                    <a:pt x="883" y="2550"/>
                  </a:lnTo>
                  <a:lnTo>
                    <a:pt x="1674" y="2550"/>
                  </a:lnTo>
                  <a:lnTo>
                    <a:pt x="1674" y="1674"/>
                  </a:lnTo>
                  <a:lnTo>
                    <a:pt x="2557" y="1674"/>
                  </a:lnTo>
                  <a:lnTo>
                    <a:pt x="2557" y="876"/>
                  </a:lnTo>
                  <a:lnTo>
                    <a:pt x="1674" y="876"/>
                  </a:lnTo>
                  <a:lnTo>
                    <a:pt x="1674" y="0"/>
                  </a:ln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47"/>
          <p:cNvGrpSpPr/>
          <p:nvPr/>
        </p:nvGrpSpPr>
        <p:grpSpPr>
          <a:xfrm rot="-913503">
            <a:off x="797165" y="1954507"/>
            <a:ext cx="1147157" cy="1130022"/>
            <a:chOff x="3976000" y="1364150"/>
            <a:chExt cx="437300" cy="430800"/>
          </a:xfrm>
        </p:grpSpPr>
        <p:sp>
          <p:nvSpPr>
            <p:cNvPr id="497" name="Google Shape;497;p47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7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7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7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7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p47"/>
          <p:cNvSpPr/>
          <p:nvPr/>
        </p:nvSpPr>
        <p:spPr>
          <a:xfrm>
            <a:off x="181113" y="33743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1605863" y="46396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7"/>
          <p:cNvSpPr/>
          <p:nvPr/>
        </p:nvSpPr>
        <p:spPr>
          <a:xfrm>
            <a:off x="341650" y="4967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7"/>
          <p:cNvSpPr/>
          <p:nvPr/>
        </p:nvSpPr>
        <p:spPr>
          <a:xfrm>
            <a:off x="3978550" y="38062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7"/>
          <p:cNvSpPr/>
          <p:nvPr/>
        </p:nvSpPr>
        <p:spPr>
          <a:xfrm>
            <a:off x="8235000" y="294275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7"/>
          <p:cNvSpPr/>
          <p:nvPr/>
        </p:nvSpPr>
        <p:spPr>
          <a:xfrm>
            <a:off x="8121825" y="3907175"/>
            <a:ext cx="545969" cy="545969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7"/>
          <p:cNvSpPr/>
          <p:nvPr/>
        </p:nvSpPr>
        <p:spPr>
          <a:xfrm>
            <a:off x="4605350" y="43163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7"/>
          <p:cNvSpPr/>
          <p:nvPr/>
        </p:nvSpPr>
        <p:spPr>
          <a:xfrm flipH="1">
            <a:off x="623825" y="276522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7"/>
          <p:cNvSpPr/>
          <p:nvPr/>
        </p:nvSpPr>
        <p:spPr>
          <a:xfrm flipH="1">
            <a:off x="776225" y="2917625"/>
            <a:ext cx="106801" cy="1068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"/>
              <a:buNone/>
              <a:defRPr b="1" i="0" sz="34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0.jp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oogle Shape;519;p48"/>
          <p:cNvGrpSpPr/>
          <p:nvPr/>
        </p:nvGrpSpPr>
        <p:grpSpPr>
          <a:xfrm>
            <a:off x="4663527" y="3921446"/>
            <a:ext cx="5778605" cy="849356"/>
            <a:chOff x="969300" y="2908625"/>
            <a:chExt cx="1760750" cy="258800"/>
          </a:xfrm>
        </p:grpSpPr>
        <p:sp>
          <p:nvSpPr>
            <p:cNvPr id="520" name="Google Shape;520;p48"/>
            <p:cNvSpPr/>
            <p:nvPr/>
          </p:nvSpPr>
          <p:spPr>
            <a:xfrm>
              <a:off x="998900" y="2941100"/>
              <a:ext cx="366025" cy="152550"/>
            </a:xfrm>
            <a:custGeom>
              <a:rect b="b" l="l" r="r" t="t"/>
              <a:pathLst>
                <a:path extrusionOk="0" h="6102" w="14641">
                  <a:moveTo>
                    <a:pt x="0" y="1"/>
                  </a:moveTo>
                  <a:lnTo>
                    <a:pt x="667" y="6101"/>
                  </a:lnTo>
                  <a:lnTo>
                    <a:pt x="13974" y="6101"/>
                  </a:lnTo>
                  <a:lnTo>
                    <a:pt x="14641" y="1"/>
                  </a:lnTo>
                  <a:lnTo>
                    <a:pt x="14026" y="1"/>
                  </a:lnTo>
                  <a:lnTo>
                    <a:pt x="13738" y="1903"/>
                  </a:lnTo>
                  <a:lnTo>
                    <a:pt x="13738" y="1"/>
                  </a:lnTo>
                  <a:lnTo>
                    <a:pt x="7540" y="1"/>
                  </a:lnTo>
                  <a:lnTo>
                    <a:pt x="7324" y="1903"/>
                  </a:lnTo>
                  <a:lnTo>
                    <a:pt x="7108" y="1"/>
                  </a:lnTo>
                  <a:lnTo>
                    <a:pt x="1197" y="1"/>
                  </a:lnTo>
                  <a:lnTo>
                    <a:pt x="1197" y="190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8"/>
            <p:cNvSpPr/>
            <p:nvPr/>
          </p:nvSpPr>
          <p:spPr>
            <a:xfrm>
              <a:off x="1028000" y="2995700"/>
              <a:ext cx="330875" cy="97950"/>
            </a:xfrm>
            <a:custGeom>
              <a:rect b="b" l="l" r="r" t="t"/>
              <a:pathLst>
                <a:path extrusionOk="0" h="3918" w="13235">
                  <a:moveTo>
                    <a:pt x="13235" y="0"/>
                  </a:moveTo>
                  <a:lnTo>
                    <a:pt x="13235" y="0"/>
                  </a:lnTo>
                  <a:cubicBezTo>
                    <a:pt x="10260" y="3080"/>
                    <a:pt x="0" y="3917"/>
                    <a:pt x="0" y="3917"/>
                  </a:cubicBezTo>
                  <a:lnTo>
                    <a:pt x="12810" y="3917"/>
                  </a:lnTo>
                  <a:lnTo>
                    <a:pt x="13235" y="0"/>
                  </a:ln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8"/>
            <p:cNvSpPr/>
            <p:nvPr/>
          </p:nvSpPr>
          <p:spPr>
            <a:xfrm>
              <a:off x="1061825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1" y="1"/>
                  </a:moveTo>
                  <a:lnTo>
                    <a:pt x="707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8"/>
            <p:cNvSpPr/>
            <p:nvPr/>
          </p:nvSpPr>
          <p:spPr>
            <a:xfrm>
              <a:off x="1112350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0" y="1"/>
                  </a:moveTo>
                  <a:lnTo>
                    <a:pt x="373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8"/>
            <p:cNvSpPr/>
            <p:nvPr/>
          </p:nvSpPr>
          <p:spPr>
            <a:xfrm>
              <a:off x="1271900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706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8"/>
            <p:cNvSpPr/>
            <p:nvPr/>
          </p:nvSpPr>
          <p:spPr>
            <a:xfrm>
              <a:off x="1229725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373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8"/>
            <p:cNvSpPr/>
            <p:nvPr/>
          </p:nvSpPr>
          <p:spPr>
            <a:xfrm>
              <a:off x="969300" y="2908625"/>
              <a:ext cx="1760750" cy="258800"/>
            </a:xfrm>
            <a:custGeom>
              <a:rect b="b" l="l" r="r" t="t"/>
              <a:pathLst>
                <a:path extrusionOk="0" h="10352" w="70430">
                  <a:moveTo>
                    <a:pt x="40459" y="1"/>
                  </a:moveTo>
                  <a:cubicBezTo>
                    <a:pt x="32685" y="1"/>
                    <a:pt x="28143" y="1698"/>
                    <a:pt x="25999" y="2947"/>
                  </a:cubicBezTo>
                  <a:cubicBezTo>
                    <a:pt x="23710" y="4288"/>
                    <a:pt x="17544" y="6890"/>
                    <a:pt x="15766" y="6890"/>
                  </a:cubicBezTo>
                  <a:lnTo>
                    <a:pt x="1590" y="6890"/>
                  </a:lnTo>
                  <a:cubicBezTo>
                    <a:pt x="570" y="6890"/>
                    <a:pt x="1" y="8610"/>
                    <a:pt x="825" y="9368"/>
                  </a:cubicBezTo>
                  <a:cubicBezTo>
                    <a:pt x="1535" y="10022"/>
                    <a:pt x="5212" y="10351"/>
                    <a:pt x="7932" y="10351"/>
                  </a:cubicBezTo>
                  <a:cubicBezTo>
                    <a:pt x="8393" y="10351"/>
                    <a:pt x="8827" y="10342"/>
                    <a:pt x="9214" y="10323"/>
                  </a:cubicBezTo>
                  <a:cubicBezTo>
                    <a:pt x="11888" y="10199"/>
                    <a:pt x="17799" y="9558"/>
                    <a:pt x="21036" y="8034"/>
                  </a:cubicBezTo>
                  <a:cubicBezTo>
                    <a:pt x="24279" y="6511"/>
                    <a:pt x="26633" y="5877"/>
                    <a:pt x="30890" y="5877"/>
                  </a:cubicBezTo>
                  <a:lnTo>
                    <a:pt x="45256" y="5877"/>
                  </a:lnTo>
                  <a:cubicBezTo>
                    <a:pt x="46910" y="5877"/>
                    <a:pt x="59752" y="7021"/>
                    <a:pt x="63433" y="7021"/>
                  </a:cubicBezTo>
                  <a:cubicBezTo>
                    <a:pt x="67121" y="7021"/>
                    <a:pt x="68972" y="6805"/>
                    <a:pt x="69475" y="6256"/>
                  </a:cubicBezTo>
                  <a:cubicBezTo>
                    <a:pt x="70129" y="5543"/>
                    <a:pt x="70430" y="4477"/>
                    <a:pt x="68651" y="3712"/>
                  </a:cubicBezTo>
                  <a:cubicBezTo>
                    <a:pt x="67173" y="3078"/>
                    <a:pt x="50853" y="280"/>
                    <a:pt x="42078" y="25"/>
                  </a:cubicBezTo>
                  <a:cubicBezTo>
                    <a:pt x="41523" y="8"/>
                    <a:pt x="40984" y="1"/>
                    <a:pt x="40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8"/>
            <p:cNvSpPr/>
            <p:nvPr/>
          </p:nvSpPr>
          <p:spPr>
            <a:xfrm>
              <a:off x="1619775" y="2908650"/>
              <a:ext cx="753100" cy="87150"/>
            </a:xfrm>
            <a:custGeom>
              <a:rect b="b" l="l" r="r" t="t"/>
              <a:pathLst>
                <a:path extrusionOk="0" h="3486" w="30124">
                  <a:moveTo>
                    <a:pt x="14470" y="1"/>
                  </a:moveTo>
                  <a:cubicBezTo>
                    <a:pt x="7582" y="1"/>
                    <a:pt x="3226" y="1327"/>
                    <a:pt x="823" y="2495"/>
                  </a:cubicBezTo>
                  <a:cubicBezTo>
                    <a:pt x="1" y="2946"/>
                    <a:pt x="64" y="3486"/>
                    <a:pt x="1175" y="3486"/>
                  </a:cubicBezTo>
                  <a:cubicBezTo>
                    <a:pt x="1609" y="3486"/>
                    <a:pt x="2204" y="3403"/>
                    <a:pt x="2968" y="3201"/>
                  </a:cubicBezTo>
                  <a:cubicBezTo>
                    <a:pt x="5204" y="2614"/>
                    <a:pt x="11480" y="1658"/>
                    <a:pt x="18954" y="1658"/>
                  </a:cubicBezTo>
                  <a:cubicBezTo>
                    <a:pt x="20550" y="1658"/>
                    <a:pt x="22201" y="1702"/>
                    <a:pt x="23879" y="1802"/>
                  </a:cubicBezTo>
                  <a:cubicBezTo>
                    <a:pt x="24773" y="1857"/>
                    <a:pt x="25563" y="1881"/>
                    <a:pt x="26261" y="1881"/>
                  </a:cubicBezTo>
                  <a:cubicBezTo>
                    <a:pt x="28149" y="1881"/>
                    <a:pt x="29360" y="1700"/>
                    <a:pt x="30124" y="1442"/>
                  </a:cubicBezTo>
                  <a:cubicBezTo>
                    <a:pt x="25246" y="743"/>
                    <a:pt x="19923" y="135"/>
                    <a:pt x="16059" y="24"/>
                  </a:cubicBezTo>
                  <a:cubicBezTo>
                    <a:pt x="15515" y="8"/>
                    <a:pt x="14985" y="1"/>
                    <a:pt x="14470" y="1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8"/>
            <p:cNvSpPr/>
            <p:nvPr/>
          </p:nvSpPr>
          <p:spPr>
            <a:xfrm>
              <a:off x="1028000" y="3017275"/>
              <a:ext cx="1690950" cy="150125"/>
            </a:xfrm>
            <a:custGeom>
              <a:rect b="b" l="l" r="r" t="t"/>
              <a:pathLst>
                <a:path extrusionOk="0" h="6005" w="67638">
                  <a:moveTo>
                    <a:pt x="32164" y="1"/>
                  </a:moveTo>
                  <a:cubicBezTo>
                    <a:pt x="25305" y="1"/>
                    <a:pt x="22252" y="831"/>
                    <a:pt x="17295" y="3054"/>
                  </a:cubicBezTo>
                  <a:cubicBezTo>
                    <a:pt x="13238" y="4872"/>
                    <a:pt x="7445" y="5684"/>
                    <a:pt x="2857" y="5684"/>
                  </a:cubicBezTo>
                  <a:cubicBezTo>
                    <a:pt x="1834" y="5684"/>
                    <a:pt x="871" y="5644"/>
                    <a:pt x="0" y="5565"/>
                  </a:cubicBezTo>
                  <a:lnTo>
                    <a:pt x="0" y="5565"/>
                  </a:lnTo>
                  <a:cubicBezTo>
                    <a:pt x="1507" y="5858"/>
                    <a:pt x="3771" y="6004"/>
                    <a:pt x="5597" y="6004"/>
                  </a:cubicBezTo>
                  <a:cubicBezTo>
                    <a:pt x="6054" y="6004"/>
                    <a:pt x="6483" y="5995"/>
                    <a:pt x="6866" y="5977"/>
                  </a:cubicBezTo>
                  <a:cubicBezTo>
                    <a:pt x="9540" y="5853"/>
                    <a:pt x="15451" y="5212"/>
                    <a:pt x="18695" y="3688"/>
                  </a:cubicBezTo>
                  <a:cubicBezTo>
                    <a:pt x="21931" y="2165"/>
                    <a:pt x="24285" y="1531"/>
                    <a:pt x="28542" y="1531"/>
                  </a:cubicBezTo>
                  <a:lnTo>
                    <a:pt x="42908" y="1531"/>
                  </a:lnTo>
                  <a:cubicBezTo>
                    <a:pt x="44562" y="1531"/>
                    <a:pt x="57404" y="2675"/>
                    <a:pt x="61092" y="2675"/>
                  </a:cubicBezTo>
                  <a:cubicBezTo>
                    <a:pt x="64773" y="2675"/>
                    <a:pt x="66624" y="2459"/>
                    <a:pt x="67127" y="1910"/>
                  </a:cubicBezTo>
                  <a:cubicBezTo>
                    <a:pt x="67408" y="1596"/>
                    <a:pt x="67631" y="1223"/>
                    <a:pt x="67637" y="831"/>
                  </a:cubicBezTo>
                  <a:lnTo>
                    <a:pt x="67637" y="831"/>
                  </a:lnTo>
                  <a:cubicBezTo>
                    <a:pt x="67214" y="1718"/>
                    <a:pt x="66138" y="1972"/>
                    <a:pt x="64310" y="1972"/>
                  </a:cubicBezTo>
                  <a:cubicBezTo>
                    <a:pt x="63119" y="1972"/>
                    <a:pt x="61609" y="1864"/>
                    <a:pt x="59751" y="1753"/>
                  </a:cubicBezTo>
                  <a:cubicBezTo>
                    <a:pt x="55050" y="1472"/>
                    <a:pt x="39030" y="1"/>
                    <a:pt x="32164" y="1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48"/>
          <p:cNvSpPr/>
          <p:nvPr/>
        </p:nvSpPr>
        <p:spPr>
          <a:xfrm>
            <a:off x="5673801" y="3904202"/>
            <a:ext cx="216851" cy="216846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8"/>
          <p:cNvSpPr/>
          <p:nvPr/>
        </p:nvSpPr>
        <p:spPr>
          <a:xfrm>
            <a:off x="8189825" y="2422420"/>
            <a:ext cx="245224" cy="245225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8"/>
          <p:cNvSpPr/>
          <p:nvPr/>
        </p:nvSpPr>
        <p:spPr>
          <a:xfrm>
            <a:off x="6473950" y="4663450"/>
            <a:ext cx="2078100" cy="185100"/>
          </a:xfrm>
          <a:prstGeom prst="ellipse">
            <a:avLst/>
          </a:prstGeom>
          <a:solidFill>
            <a:srgbClr val="4A60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48"/>
          <p:cNvGrpSpPr/>
          <p:nvPr/>
        </p:nvGrpSpPr>
        <p:grpSpPr>
          <a:xfrm>
            <a:off x="6207689" y="2120511"/>
            <a:ext cx="2690270" cy="2650282"/>
            <a:chOff x="3976000" y="1364150"/>
            <a:chExt cx="437300" cy="430800"/>
          </a:xfrm>
        </p:grpSpPr>
        <p:sp>
          <p:nvSpPr>
            <p:cNvPr id="533" name="Google Shape;533;p48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8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8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8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8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8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8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8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2" name="Google Shape;542;p48"/>
          <p:cNvSpPr txBox="1"/>
          <p:nvPr>
            <p:ph idx="1" type="subTitle"/>
          </p:nvPr>
        </p:nvSpPr>
        <p:spPr>
          <a:xfrm>
            <a:off x="782500" y="3486150"/>
            <a:ext cx="54975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By: Simon Hume, Chris Sparrow, and Bora Bromberg</a:t>
            </a:r>
            <a:endParaRPr/>
          </a:p>
        </p:txBody>
      </p:sp>
      <p:sp>
        <p:nvSpPr>
          <p:cNvPr id="543" name="Google Shape;543;p48"/>
          <p:cNvSpPr txBox="1"/>
          <p:nvPr>
            <p:ph type="title"/>
          </p:nvPr>
        </p:nvSpPr>
        <p:spPr>
          <a:xfrm>
            <a:off x="283632" y="702922"/>
            <a:ext cx="6194700" cy="2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000"/>
              <a:t>Group 10</a:t>
            </a:r>
            <a:endParaRPr sz="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600">
                <a:solidFill>
                  <a:schemeClr val="lt1"/>
                </a:solidFill>
                <a:highlight>
                  <a:schemeClr val="accent1"/>
                </a:highlight>
              </a:rPr>
              <a:t>Dental Hygiene Device</a:t>
            </a:r>
            <a:endParaRPr sz="4600">
              <a:solidFill>
                <a:schemeClr val="lt1"/>
              </a:solidFill>
              <a:highlight>
                <a:schemeClr val="accen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500"/>
              <a:t>A tool for dentists and their patients </a:t>
            </a:r>
            <a:endParaRPr sz="2500">
              <a:solidFill>
                <a:schemeClr val="lt1"/>
              </a:solidFill>
              <a:highlight>
                <a:schemeClr val="accen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600">
                <a:solidFill>
                  <a:schemeClr val="lt1"/>
                </a:solidFill>
                <a:highlight>
                  <a:schemeClr val="accent1"/>
                </a:highlight>
              </a:rPr>
              <a:t> </a:t>
            </a:r>
            <a:endParaRPr sz="6300"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1986725" y="165050"/>
            <a:ext cx="57444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Problem + User Needs</a:t>
            </a:r>
            <a:endParaRPr/>
          </a:p>
        </p:txBody>
      </p:sp>
      <p:sp>
        <p:nvSpPr>
          <p:cNvPr id="549" name="Google Shape;549;p49"/>
          <p:cNvSpPr txBox="1"/>
          <p:nvPr>
            <p:ph idx="1" type="subTitle"/>
          </p:nvPr>
        </p:nvSpPr>
        <p:spPr>
          <a:xfrm>
            <a:off x="1773800" y="867750"/>
            <a:ext cx="57444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Users are people of all ages, as we all need to brush our teeth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Applying toothpaste can be difficult for many as it requires dexterity and both hands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Parkinson's 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Arthritis 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Partial paralysis 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Amputees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Unstable grip</a:t>
            </a:r>
            <a:endParaRPr sz="12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The device will also act as a learning tool for young users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Our device will eliminate what can be a stressful or near impossible task for many people, helping users and their dentists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maintain proper tooth brushing habits</a:t>
            </a:r>
            <a:endParaRPr sz="1200"/>
          </a:p>
        </p:txBody>
      </p:sp>
      <p:grpSp>
        <p:nvGrpSpPr>
          <p:cNvPr id="550" name="Google Shape;550;p49"/>
          <p:cNvGrpSpPr/>
          <p:nvPr/>
        </p:nvGrpSpPr>
        <p:grpSpPr>
          <a:xfrm rot="-1383990">
            <a:off x="400509" y="755560"/>
            <a:ext cx="1068474" cy="1052536"/>
            <a:chOff x="3976000" y="1364150"/>
            <a:chExt cx="437300" cy="430800"/>
          </a:xfrm>
        </p:grpSpPr>
        <p:sp>
          <p:nvSpPr>
            <p:cNvPr id="551" name="Google Shape;551;p49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" name="Google Shape;560;p49"/>
          <p:cNvGrpSpPr/>
          <p:nvPr/>
        </p:nvGrpSpPr>
        <p:grpSpPr>
          <a:xfrm rot="679341">
            <a:off x="329982" y="3777944"/>
            <a:ext cx="1068478" cy="1052512"/>
            <a:chOff x="3976000" y="1364150"/>
            <a:chExt cx="437300" cy="430800"/>
          </a:xfrm>
        </p:grpSpPr>
        <p:sp>
          <p:nvSpPr>
            <p:cNvPr id="561" name="Google Shape;561;p49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9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9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49"/>
          <p:cNvSpPr/>
          <p:nvPr/>
        </p:nvSpPr>
        <p:spPr>
          <a:xfrm>
            <a:off x="615250" y="41106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49"/>
          <p:cNvGrpSpPr/>
          <p:nvPr/>
        </p:nvGrpSpPr>
        <p:grpSpPr>
          <a:xfrm flipH="1">
            <a:off x="6347932" y="2479505"/>
            <a:ext cx="2524186" cy="3923088"/>
            <a:chOff x="3043225" y="2986550"/>
            <a:chExt cx="833725" cy="1295775"/>
          </a:xfrm>
        </p:grpSpPr>
        <p:sp>
          <p:nvSpPr>
            <p:cNvPr id="572" name="Google Shape;572;p49"/>
            <p:cNvSpPr/>
            <p:nvPr/>
          </p:nvSpPr>
          <p:spPr>
            <a:xfrm>
              <a:off x="3043225" y="2986550"/>
              <a:ext cx="167100" cy="212850"/>
            </a:xfrm>
            <a:custGeom>
              <a:rect b="b" l="l" r="r" t="t"/>
              <a:pathLst>
                <a:path extrusionOk="0" h="8514" w="6684">
                  <a:moveTo>
                    <a:pt x="5205" y="6440"/>
                  </a:moveTo>
                  <a:cubicBezTo>
                    <a:pt x="5205" y="6440"/>
                    <a:pt x="5205" y="6440"/>
                    <a:pt x="5206" y="6441"/>
                  </a:cubicBezTo>
                  <a:lnTo>
                    <a:pt x="5206" y="6443"/>
                  </a:lnTo>
                  <a:lnTo>
                    <a:pt x="5206" y="6443"/>
                  </a:lnTo>
                  <a:cubicBezTo>
                    <a:pt x="5205" y="6441"/>
                    <a:pt x="5204" y="6440"/>
                    <a:pt x="5205" y="6440"/>
                  </a:cubicBezTo>
                  <a:close/>
                  <a:moveTo>
                    <a:pt x="2891" y="0"/>
                  </a:moveTo>
                  <a:cubicBezTo>
                    <a:pt x="2891" y="0"/>
                    <a:pt x="2715" y="138"/>
                    <a:pt x="2427" y="386"/>
                  </a:cubicBezTo>
                  <a:cubicBezTo>
                    <a:pt x="2139" y="641"/>
                    <a:pt x="1740" y="1014"/>
                    <a:pt x="1302" y="1511"/>
                  </a:cubicBezTo>
                  <a:cubicBezTo>
                    <a:pt x="1086" y="1759"/>
                    <a:pt x="858" y="2040"/>
                    <a:pt x="648" y="2354"/>
                  </a:cubicBezTo>
                  <a:cubicBezTo>
                    <a:pt x="439" y="2675"/>
                    <a:pt x="243" y="3034"/>
                    <a:pt x="112" y="3440"/>
                  </a:cubicBezTo>
                  <a:cubicBezTo>
                    <a:pt x="53" y="3642"/>
                    <a:pt x="8" y="3865"/>
                    <a:pt x="8" y="4094"/>
                  </a:cubicBezTo>
                  <a:cubicBezTo>
                    <a:pt x="1" y="4205"/>
                    <a:pt x="21" y="4329"/>
                    <a:pt x="40" y="4440"/>
                  </a:cubicBezTo>
                  <a:lnTo>
                    <a:pt x="73" y="4597"/>
                  </a:lnTo>
                  <a:lnTo>
                    <a:pt x="79" y="4604"/>
                  </a:lnTo>
                  <a:lnTo>
                    <a:pt x="79" y="4617"/>
                  </a:lnTo>
                  <a:lnTo>
                    <a:pt x="86" y="4630"/>
                  </a:lnTo>
                  <a:lnTo>
                    <a:pt x="93" y="4649"/>
                  </a:lnTo>
                  <a:lnTo>
                    <a:pt x="106" y="4689"/>
                  </a:lnTo>
                  <a:lnTo>
                    <a:pt x="132" y="4767"/>
                  </a:lnTo>
                  <a:cubicBezTo>
                    <a:pt x="204" y="4976"/>
                    <a:pt x="315" y="5186"/>
                    <a:pt x="452" y="5382"/>
                  </a:cubicBezTo>
                  <a:cubicBezTo>
                    <a:pt x="589" y="5571"/>
                    <a:pt x="773" y="5735"/>
                    <a:pt x="975" y="5866"/>
                  </a:cubicBezTo>
                  <a:cubicBezTo>
                    <a:pt x="1178" y="5996"/>
                    <a:pt x="1413" y="6068"/>
                    <a:pt x="1636" y="6127"/>
                  </a:cubicBezTo>
                  <a:cubicBezTo>
                    <a:pt x="1865" y="6179"/>
                    <a:pt x="2093" y="6199"/>
                    <a:pt x="2316" y="6212"/>
                  </a:cubicBezTo>
                  <a:cubicBezTo>
                    <a:pt x="2410" y="6218"/>
                    <a:pt x="2504" y="6220"/>
                    <a:pt x="2597" y="6220"/>
                  </a:cubicBezTo>
                  <a:cubicBezTo>
                    <a:pt x="2724" y="6220"/>
                    <a:pt x="2849" y="6216"/>
                    <a:pt x="2970" y="6212"/>
                  </a:cubicBezTo>
                  <a:cubicBezTo>
                    <a:pt x="3179" y="6199"/>
                    <a:pt x="3388" y="6192"/>
                    <a:pt x="3591" y="6179"/>
                  </a:cubicBezTo>
                  <a:cubicBezTo>
                    <a:pt x="3769" y="6174"/>
                    <a:pt x="3946" y="6168"/>
                    <a:pt x="4117" y="6168"/>
                  </a:cubicBezTo>
                  <a:cubicBezTo>
                    <a:pt x="4329" y="6168"/>
                    <a:pt x="4531" y="6177"/>
                    <a:pt x="4715" y="6206"/>
                  </a:cubicBezTo>
                  <a:cubicBezTo>
                    <a:pt x="4885" y="6232"/>
                    <a:pt x="5029" y="6284"/>
                    <a:pt x="5121" y="6356"/>
                  </a:cubicBezTo>
                  <a:cubicBezTo>
                    <a:pt x="5134" y="6362"/>
                    <a:pt x="5140" y="6369"/>
                    <a:pt x="5147" y="6376"/>
                  </a:cubicBezTo>
                  <a:lnTo>
                    <a:pt x="5154" y="6382"/>
                  </a:lnTo>
                  <a:lnTo>
                    <a:pt x="5167" y="6395"/>
                  </a:lnTo>
                  <a:lnTo>
                    <a:pt x="5186" y="6421"/>
                  </a:lnTo>
                  <a:lnTo>
                    <a:pt x="5206" y="6447"/>
                  </a:lnTo>
                  <a:lnTo>
                    <a:pt x="5219" y="6461"/>
                  </a:lnTo>
                  <a:lnTo>
                    <a:pt x="5252" y="6513"/>
                  </a:lnTo>
                  <a:cubicBezTo>
                    <a:pt x="5297" y="6585"/>
                    <a:pt x="5343" y="6657"/>
                    <a:pt x="5389" y="6722"/>
                  </a:cubicBezTo>
                  <a:cubicBezTo>
                    <a:pt x="5572" y="6997"/>
                    <a:pt x="5742" y="7245"/>
                    <a:pt x="5892" y="7461"/>
                  </a:cubicBezTo>
                  <a:cubicBezTo>
                    <a:pt x="6043" y="7683"/>
                    <a:pt x="6180" y="7873"/>
                    <a:pt x="6291" y="8030"/>
                  </a:cubicBezTo>
                  <a:cubicBezTo>
                    <a:pt x="6514" y="8337"/>
                    <a:pt x="6651" y="8514"/>
                    <a:pt x="6651" y="8514"/>
                  </a:cubicBezTo>
                  <a:lnTo>
                    <a:pt x="6684" y="8494"/>
                  </a:lnTo>
                  <a:cubicBezTo>
                    <a:pt x="6684" y="8494"/>
                    <a:pt x="6599" y="8291"/>
                    <a:pt x="6422" y="7945"/>
                  </a:cubicBezTo>
                  <a:cubicBezTo>
                    <a:pt x="6337" y="7775"/>
                    <a:pt x="6232" y="7566"/>
                    <a:pt x="6108" y="7330"/>
                  </a:cubicBezTo>
                  <a:cubicBezTo>
                    <a:pt x="5984" y="7095"/>
                    <a:pt x="5847" y="6827"/>
                    <a:pt x="5690" y="6546"/>
                  </a:cubicBezTo>
                  <a:cubicBezTo>
                    <a:pt x="5650" y="6474"/>
                    <a:pt x="5611" y="6395"/>
                    <a:pt x="5565" y="6323"/>
                  </a:cubicBezTo>
                  <a:lnTo>
                    <a:pt x="5539" y="6264"/>
                  </a:lnTo>
                  <a:lnTo>
                    <a:pt x="5526" y="6251"/>
                  </a:lnTo>
                  <a:lnTo>
                    <a:pt x="5526" y="6245"/>
                  </a:lnTo>
                  <a:lnTo>
                    <a:pt x="5513" y="6225"/>
                  </a:lnTo>
                  <a:lnTo>
                    <a:pt x="5494" y="6199"/>
                  </a:lnTo>
                  <a:lnTo>
                    <a:pt x="5480" y="6173"/>
                  </a:lnTo>
                  <a:lnTo>
                    <a:pt x="5467" y="6160"/>
                  </a:lnTo>
                  <a:lnTo>
                    <a:pt x="5454" y="6140"/>
                  </a:lnTo>
                  <a:cubicBezTo>
                    <a:pt x="5435" y="6114"/>
                    <a:pt x="5409" y="6088"/>
                    <a:pt x="5389" y="6068"/>
                  </a:cubicBezTo>
                  <a:cubicBezTo>
                    <a:pt x="5212" y="5905"/>
                    <a:pt x="4997" y="5833"/>
                    <a:pt x="4800" y="5787"/>
                  </a:cubicBezTo>
                  <a:cubicBezTo>
                    <a:pt x="4543" y="5733"/>
                    <a:pt x="4286" y="5719"/>
                    <a:pt x="4025" y="5719"/>
                  </a:cubicBezTo>
                  <a:cubicBezTo>
                    <a:pt x="3875" y="5719"/>
                    <a:pt x="3724" y="5723"/>
                    <a:pt x="3571" y="5728"/>
                  </a:cubicBezTo>
                  <a:cubicBezTo>
                    <a:pt x="3153" y="5748"/>
                    <a:pt x="2741" y="5800"/>
                    <a:pt x="2322" y="5800"/>
                  </a:cubicBezTo>
                  <a:cubicBezTo>
                    <a:pt x="2289" y="5801"/>
                    <a:pt x="2256" y="5802"/>
                    <a:pt x="2223" y="5802"/>
                  </a:cubicBezTo>
                  <a:cubicBezTo>
                    <a:pt x="2052" y="5802"/>
                    <a:pt x="1878" y="5787"/>
                    <a:pt x="1714" y="5754"/>
                  </a:cubicBezTo>
                  <a:cubicBezTo>
                    <a:pt x="1518" y="5715"/>
                    <a:pt x="1322" y="5663"/>
                    <a:pt x="1152" y="5565"/>
                  </a:cubicBezTo>
                  <a:cubicBezTo>
                    <a:pt x="988" y="5467"/>
                    <a:pt x="831" y="5336"/>
                    <a:pt x="707" y="5179"/>
                  </a:cubicBezTo>
                  <a:cubicBezTo>
                    <a:pt x="589" y="5022"/>
                    <a:pt x="485" y="4852"/>
                    <a:pt x="413" y="4656"/>
                  </a:cubicBezTo>
                  <a:lnTo>
                    <a:pt x="361" y="4525"/>
                  </a:lnTo>
                  <a:lnTo>
                    <a:pt x="315" y="4368"/>
                  </a:lnTo>
                  <a:cubicBezTo>
                    <a:pt x="302" y="4277"/>
                    <a:pt x="282" y="4192"/>
                    <a:pt x="282" y="4087"/>
                  </a:cubicBezTo>
                  <a:cubicBezTo>
                    <a:pt x="276" y="3897"/>
                    <a:pt x="308" y="3701"/>
                    <a:pt x="354" y="3512"/>
                  </a:cubicBezTo>
                  <a:cubicBezTo>
                    <a:pt x="459" y="3132"/>
                    <a:pt x="635" y="2779"/>
                    <a:pt x="825" y="2465"/>
                  </a:cubicBezTo>
                  <a:cubicBezTo>
                    <a:pt x="1014" y="2152"/>
                    <a:pt x="1217" y="1864"/>
                    <a:pt x="1420" y="1609"/>
                  </a:cubicBezTo>
                  <a:cubicBezTo>
                    <a:pt x="1825" y="1099"/>
                    <a:pt x="2211" y="713"/>
                    <a:pt x="2479" y="445"/>
                  </a:cubicBezTo>
                  <a:cubicBezTo>
                    <a:pt x="2754" y="177"/>
                    <a:pt x="2917" y="33"/>
                    <a:pt x="2917" y="33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3167625" y="3139225"/>
              <a:ext cx="93550" cy="129650"/>
            </a:xfrm>
            <a:custGeom>
              <a:rect b="b" l="l" r="r" t="t"/>
              <a:pathLst>
                <a:path extrusionOk="0" h="5186" w="3742">
                  <a:moveTo>
                    <a:pt x="779" y="0"/>
                  </a:moveTo>
                  <a:lnTo>
                    <a:pt x="1" y="471"/>
                  </a:lnTo>
                  <a:lnTo>
                    <a:pt x="2590" y="5186"/>
                  </a:lnTo>
                  <a:lnTo>
                    <a:pt x="3741" y="448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9"/>
            <p:cNvSpPr/>
            <p:nvPr/>
          </p:nvSpPr>
          <p:spPr>
            <a:xfrm>
              <a:off x="3222075" y="3241275"/>
              <a:ext cx="654875" cy="1041050"/>
            </a:xfrm>
            <a:custGeom>
              <a:rect b="b" l="l" r="r" t="t"/>
              <a:pathLst>
                <a:path extrusionOk="0" h="41642" w="26195">
                  <a:moveTo>
                    <a:pt x="1122" y="0"/>
                  </a:moveTo>
                  <a:cubicBezTo>
                    <a:pt x="949" y="0"/>
                    <a:pt x="774" y="46"/>
                    <a:pt x="615" y="142"/>
                  </a:cubicBezTo>
                  <a:cubicBezTo>
                    <a:pt x="151" y="417"/>
                    <a:pt x="0" y="1025"/>
                    <a:pt x="282" y="1483"/>
                  </a:cubicBezTo>
                  <a:lnTo>
                    <a:pt x="24240" y="41166"/>
                  </a:lnTo>
                  <a:cubicBezTo>
                    <a:pt x="24425" y="41472"/>
                    <a:pt x="24749" y="41642"/>
                    <a:pt x="25081" y="41642"/>
                  </a:cubicBezTo>
                  <a:cubicBezTo>
                    <a:pt x="25253" y="41642"/>
                    <a:pt x="25428" y="41596"/>
                    <a:pt x="25587" y="41500"/>
                  </a:cubicBezTo>
                  <a:cubicBezTo>
                    <a:pt x="26051" y="41219"/>
                    <a:pt x="26195" y="40617"/>
                    <a:pt x="25920" y="40153"/>
                  </a:cubicBezTo>
                  <a:lnTo>
                    <a:pt x="1962" y="469"/>
                  </a:lnTo>
                  <a:cubicBezTo>
                    <a:pt x="1777" y="169"/>
                    <a:pt x="1454" y="0"/>
                    <a:pt x="1122" y="0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3263425" y="3309875"/>
              <a:ext cx="226925" cy="331700"/>
            </a:xfrm>
            <a:custGeom>
              <a:rect b="b" l="l" r="r" t="t"/>
              <a:pathLst>
                <a:path extrusionOk="0" h="13268" w="9077">
                  <a:moveTo>
                    <a:pt x="1681" y="1"/>
                  </a:moveTo>
                  <a:lnTo>
                    <a:pt x="1" y="1014"/>
                  </a:lnTo>
                  <a:lnTo>
                    <a:pt x="7396" y="13268"/>
                  </a:lnTo>
                  <a:lnTo>
                    <a:pt x="9076" y="12254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3319675" y="3403050"/>
              <a:ext cx="114275" cy="145200"/>
            </a:xfrm>
            <a:custGeom>
              <a:rect b="b" l="l" r="r" t="t"/>
              <a:pathLst>
                <a:path extrusionOk="0" h="5808" w="4571">
                  <a:moveTo>
                    <a:pt x="1680" y="1"/>
                  </a:moveTo>
                  <a:lnTo>
                    <a:pt x="0" y="1014"/>
                  </a:lnTo>
                  <a:lnTo>
                    <a:pt x="2897" y="5807"/>
                  </a:lnTo>
                  <a:lnTo>
                    <a:pt x="4571" y="4794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3252325" y="3267875"/>
              <a:ext cx="596500" cy="971825"/>
            </a:xfrm>
            <a:custGeom>
              <a:rect b="b" l="l" r="r" t="t"/>
              <a:pathLst>
                <a:path extrusionOk="0" h="38873" w="23860">
                  <a:moveTo>
                    <a:pt x="414" y="1"/>
                  </a:moveTo>
                  <a:cubicBezTo>
                    <a:pt x="351" y="1"/>
                    <a:pt x="286" y="17"/>
                    <a:pt x="229" y="53"/>
                  </a:cubicBezTo>
                  <a:cubicBezTo>
                    <a:pt x="59" y="157"/>
                    <a:pt x="0" y="380"/>
                    <a:pt x="105" y="550"/>
                  </a:cubicBezTo>
                  <a:lnTo>
                    <a:pt x="23134" y="38697"/>
                  </a:lnTo>
                  <a:cubicBezTo>
                    <a:pt x="23203" y="38809"/>
                    <a:pt x="23324" y="38873"/>
                    <a:pt x="23447" y="38873"/>
                  </a:cubicBezTo>
                  <a:cubicBezTo>
                    <a:pt x="23510" y="38873"/>
                    <a:pt x="23574" y="38856"/>
                    <a:pt x="23631" y="38821"/>
                  </a:cubicBezTo>
                  <a:cubicBezTo>
                    <a:pt x="23801" y="38716"/>
                    <a:pt x="23860" y="38494"/>
                    <a:pt x="23755" y="38324"/>
                  </a:cubicBezTo>
                  <a:lnTo>
                    <a:pt x="726" y="177"/>
                  </a:lnTo>
                  <a:cubicBezTo>
                    <a:pt x="661" y="64"/>
                    <a:pt x="539" y="1"/>
                    <a:pt x="414" y="1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49"/>
          <p:cNvSpPr/>
          <p:nvPr/>
        </p:nvSpPr>
        <p:spPr>
          <a:xfrm>
            <a:off x="1918725" y="120052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2619625" y="212447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1193975" y="58832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0"/>
          <p:cNvSpPr txBox="1"/>
          <p:nvPr>
            <p:ph type="title"/>
          </p:nvPr>
        </p:nvSpPr>
        <p:spPr>
          <a:xfrm>
            <a:off x="3127825" y="287425"/>
            <a:ext cx="57444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User Considerations</a:t>
            </a:r>
            <a:endParaRPr/>
          </a:p>
        </p:txBody>
      </p:sp>
      <p:sp>
        <p:nvSpPr>
          <p:cNvPr id="586" name="Google Shape;586;p50"/>
          <p:cNvSpPr txBox="1"/>
          <p:nvPr>
            <p:ph idx="1" type="subTitle"/>
          </p:nvPr>
        </p:nvSpPr>
        <p:spPr>
          <a:xfrm>
            <a:off x="4064750" y="1200525"/>
            <a:ext cx="31947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Our device only requires 1 hand to use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Simply, user centric design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Narrow insert space to </a:t>
            </a:r>
            <a:r>
              <a:rPr lang="en"/>
              <a:t>accommodate</a:t>
            </a:r>
            <a:r>
              <a:rPr lang="en"/>
              <a:t> shaking hands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Large instructions and </a:t>
            </a:r>
            <a:r>
              <a:rPr lang="en"/>
              <a:t>arrows</a:t>
            </a:r>
            <a:r>
              <a:rPr lang="en"/>
              <a:t> for visual aids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Cheap to produce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7" name="Google Shape;587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121" r="10791" t="0"/>
          <a:stretch/>
        </p:blipFill>
        <p:spPr>
          <a:xfrm>
            <a:off x="763000" y="1082250"/>
            <a:ext cx="2979000" cy="2979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88" name="Google Shape;588;p50"/>
          <p:cNvGrpSpPr/>
          <p:nvPr/>
        </p:nvGrpSpPr>
        <p:grpSpPr>
          <a:xfrm rot="-1383990">
            <a:off x="578209" y="602260"/>
            <a:ext cx="1068474" cy="1052536"/>
            <a:chOff x="3976000" y="1364150"/>
            <a:chExt cx="437300" cy="430800"/>
          </a:xfrm>
        </p:grpSpPr>
        <p:sp>
          <p:nvSpPr>
            <p:cNvPr id="589" name="Google Shape;589;p50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0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0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0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0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0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0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0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0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50"/>
          <p:cNvGrpSpPr/>
          <p:nvPr/>
        </p:nvGrpSpPr>
        <p:grpSpPr>
          <a:xfrm rot="679341">
            <a:off x="2580507" y="3724019"/>
            <a:ext cx="1068478" cy="1052512"/>
            <a:chOff x="3976000" y="1364150"/>
            <a:chExt cx="437300" cy="430800"/>
          </a:xfrm>
        </p:grpSpPr>
        <p:sp>
          <p:nvSpPr>
            <p:cNvPr id="599" name="Google Shape;599;p50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0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0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0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0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0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0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0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0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50"/>
          <p:cNvSpPr/>
          <p:nvPr/>
        </p:nvSpPr>
        <p:spPr>
          <a:xfrm>
            <a:off x="615250" y="4110625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50"/>
          <p:cNvGrpSpPr/>
          <p:nvPr/>
        </p:nvGrpSpPr>
        <p:grpSpPr>
          <a:xfrm flipH="1">
            <a:off x="6347933" y="2479506"/>
            <a:ext cx="2524186" cy="3923088"/>
            <a:chOff x="3043225" y="2986550"/>
            <a:chExt cx="833725" cy="1295775"/>
          </a:xfrm>
        </p:grpSpPr>
        <p:sp>
          <p:nvSpPr>
            <p:cNvPr id="610" name="Google Shape;610;p50"/>
            <p:cNvSpPr/>
            <p:nvPr/>
          </p:nvSpPr>
          <p:spPr>
            <a:xfrm>
              <a:off x="3043225" y="2986550"/>
              <a:ext cx="167100" cy="212850"/>
            </a:xfrm>
            <a:custGeom>
              <a:rect b="b" l="l" r="r" t="t"/>
              <a:pathLst>
                <a:path extrusionOk="0" h="8514" w="6684">
                  <a:moveTo>
                    <a:pt x="5205" y="6440"/>
                  </a:moveTo>
                  <a:cubicBezTo>
                    <a:pt x="5205" y="6440"/>
                    <a:pt x="5205" y="6440"/>
                    <a:pt x="5206" y="6441"/>
                  </a:cubicBezTo>
                  <a:lnTo>
                    <a:pt x="5206" y="6443"/>
                  </a:lnTo>
                  <a:lnTo>
                    <a:pt x="5206" y="6443"/>
                  </a:lnTo>
                  <a:cubicBezTo>
                    <a:pt x="5205" y="6441"/>
                    <a:pt x="5204" y="6440"/>
                    <a:pt x="5205" y="6440"/>
                  </a:cubicBezTo>
                  <a:close/>
                  <a:moveTo>
                    <a:pt x="2891" y="0"/>
                  </a:moveTo>
                  <a:cubicBezTo>
                    <a:pt x="2891" y="0"/>
                    <a:pt x="2715" y="138"/>
                    <a:pt x="2427" y="386"/>
                  </a:cubicBezTo>
                  <a:cubicBezTo>
                    <a:pt x="2139" y="641"/>
                    <a:pt x="1740" y="1014"/>
                    <a:pt x="1302" y="1511"/>
                  </a:cubicBezTo>
                  <a:cubicBezTo>
                    <a:pt x="1086" y="1759"/>
                    <a:pt x="858" y="2040"/>
                    <a:pt x="648" y="2354"/>
                  </a:cubicBezTo>
                  <a:cubicBezTo>
                    <a:pt x="439" y="2675"/>
                    <a:pt x="243" y="3034"/>
                    <a:pt x="112" y="3440"/>
                  </a:cubicBezTo>
                  <a:cubicBezTo>
                    <a:pt x="53" y="3642"/>
                    <a:pt x="8" y="3865"/>
                    <a:pt x="8" y="4094"/>
                  </a:cubicBezTo>
                  <a:cubicBezTo>
                    <a:pt x="1" y="4205"/>
                    <a:pt x="21" y="4329"/>
                    <a:pt x="40" y="4440"/>
                  </a:cubicBezTo>
                  <a:lnTo>
                    <a:pt x="73" y="4597"/>
                  </a:lnTo>
                  <a:lnTo>
                    <a:pt x="79" y="4604"/>
                  </a:lnTo>
                  <a:lnTo>
                    <a:pt x="79" y="4617"/>
                  </a:lnTo>
                  <a:lnTo>
                    <a:pt x="86" y="4630"/>
                  </a:lnTo>
                  <a:lnTo>
                    <a:pt x="93" y="4649"/>
                  </a:lnTo>
                  <a:lnTo>
                    <a:pt x="106" y="4689"/>
                  </a:lnTo>
                  <a:lnTo>
                    <a:pt x="132" y="4767"/>
                  </a:lnTo>
                  <a:cubicBezTo>
                    <a:pt x="204" y="4976"/>
                    <a:pt x="315" y="5186"/>
                    <a:pt x="452" y="5382"/>
                  </a:cubicBezTo>
                  <a:cubicBezTo>
                    <a:pt x="589" y="5571"/>
                    <a:pt x="773" y="5735"/>
                    <a:pt x="975" y="5866"/>
                  </a:cubicBezTo>
                  <a:cubicBezTo>
                    <a:pt x="1178" y="5996"/>
                    <a:pt x="1413" y="6068"/>
                    <a:pt x="1636" y="6127"/>
                  </a:cubicBezTo>
                  <a:cubicBezTo>
                    <a:pt x="1865" y="6179"/>
                    <a:pt x="2093" y="6199"/>
                    <a:pt x="2316" y="6212"/>
                  </a:cubicBezTo>
                  <a:cubicBezTo>
                    <a:pt x="2410" y="6218"/>
                    <a:pt x="2504" y="6220"/>
                    <a:pt x="2597" y="6220"/>
                  </a:cubicBezTo>
                  <a:cubicBezTo>
                    <a:pt x="2724" y="6220"/>
                    <a:pt x="2849" y="6216"/>
                    <a:pt x="2970" y="6212"/>
                  </a:cubicBezTo>
                  <a:cubicBezTo>
                    <a:pt x="3179" y="6199"/>
                    <a:pt x="3388" y="6192"/>
                    <a:pt x="3591" y="6179"/>
                  </a:cubicBezTo>
                  <a:cubicBezTo>
                    <a:pt x="3769" y="6174"/>
                    <a:pt x="3946" y="6168"/>
                    <a:pt x="4117" y="6168"/>
                  </a:cubicBezTo>
                  <a:cubicBezTo>
                    <a:pt x="4329" y="6168"/>
                    <a:pt x="4531" y="6177"/>
                    <a:pt x="4715" y="6206"/>
                  </a:cubicBezTo>
                  <a:cubicBezTo>
                    <a:pt x="4885" y="6232"/>
                    <a:pt x="5029" y="6284"/>
                    <a:pt x="5121" y="6356"/>
                  </a:cubicBezTo>
                  <a:cubicBezTo>
                    <a:pt x="5134" y="6362"/>
                    <a:pt x="5140" y="6369"/>
                    <a:pt x="5147" y="6376"/>
                  </a:cubicBezTo>
                  <a:lnTo>
                    <a:pt x="5154" y="6382"/>
                  </a:lnTo>
                  <a:lnTo>
                    <a:pt x="5167" y="6395"/>
                  </a:lnTo>
                  <a:lnTo>
                    <a:pt x="5186" y="6421"/>
                  </a:lnTo>
                  <a:lnTo>
                    <a:pt x="5206" y="6447"/>
                  </a:lnTo>
                  <a:lnTo>
                    <a:pt x="5219" y="6461"/>
                  </a:lnTo>
                  <a:lnTo>
                    <a:pt x="5252" y="6513"/>
                  </a:lnTo>
                  <a:cubicBezTo>
                    <a:pt x="5297" y="6585"/>
                    <a:pt x="5343" y="6657"/>
                    <a:pt x="5389" y="6722"/>
                  </a:cubicBezTo>
                  <a:cubicBezTo>
                    <a:pt x="5572" y="6997"/>
                    <a:pt x="5742" y="7245"/>
                    <a:pt x="5892" y="7461"/>
                  </a:cubicBezTo>
                  <a:cubicBezTo>
                    <a:pt x="6043" y="7683"/>
                    <a:pt x="6180" y="7873"/>
                    <a:pt x="6291" y="8030"/>
                  </a:cubicBezTo>
                  <a:cubicBezTo>
                    <a:pt x="6514" y="8337"/>
                    <a:pt x="6651" y="8514"/>
                    <a:pt x="6651" y="8514"/>
                  </a:cubicBezTo>
                  <a:lnTo>
                    <a:pt x="6684" y="8494"/>
                  </a:lnTo>
                  <a:cubicBezTo>
                    <a:pt x="6684" y="8494"/>
                    <a:pt x="6599" y="8291"/>
                    <a:pt x="6422" y="7945"/>
                  </a:cubicBezTo>
                  <a:cubicBezTo>
                    <a:pt x="6337" y="7775"/>
                    <a:pt x="6232" y="7566"/>
                    <a:pt x="6108" y="7330"/>
                  </a:cubicBezTo>
                  <a:cubicBezTo>
                    <a:pt x="5984" y="7095"/>
                    <a:pt x="5847" y="6827"/>
                    <a:pt x="5690" y="6546"/>
                  </a:cubicBezTo>
                  <a:cubicBezTo>
                    <a:pt x="5650" y="6474"/>
                    <a:pt x="5611" y="6395"/>
                    <a:pt x="5565" y="6323"/>
                  </a:cubicBezTo>
                  <a:lnTo>
                    <a:pt x="5539" y="6264"/>
                  </a:lnTo>
                  <a:lnTo>
                    <a:pt x="5526" y="6251"/>
                  </a:lnTo>
                  <a:lnTo>
                    <a:pt x="5526" y="6245"/>
                  </a:lnTo>
                  <a:lnTo>
                    <a:pt x="5513" y="6225"/>
                  </a:lnTo>
                  <a:lnTo>
                    <a:pt x="5494" y="6199"/>
                  </a:lnTo>
                  <a:lnTo>
                    <a:pt x="5480" y="6173"/>
                  </a:lnTo>
                  <a:lnTo>
                    <a:pt x="5467" y="6160"/>
                  </a:lnTo>
                  <a:lnTo>
                    <a:pt x="5454" y="6140"/>
                  </a:lnTo>
                  <a:cubicBezTo>
                    <a:pt x="5435" y="6114"/>
                    <a:pt x="5409" y="6088"/>
                    <a:pt x="5389" y="6068"/>
                  </a:cubicBezTo>
                  <a:cubicBezTo>
                    <a:pt x="5212" y="5905"/>
                    <a:pt x="4997" y="5833"/>
                    <a:pt x="4800" y="5787"/>
                  </a:cubicBezTo>
                  <a:cubicBezTo>
                    <a:pt x="4543" y="5733"/>
                    <a:pt x="4286" y="5719"/>
                    <a:pt x="4025" y="5719"/>
                  </a:cubicBezTo>
                  <a:cubicBezTo>
                    <a:pt x="3875" y="5719"/>
                    <a:pt x="3724" y="5723"/>
                    <a:pt x="3571" y="5728"/>
                  </a:cubicBezTo>
                  <a:cubicBezTo>
                    <a:pt x="3153" y="5748"/>
                    <a:pt x="2741" y="5800"/>
                    <a:pt x="2322" y="5800"/>
                  </a:cubicBezTo>
                  <a:cubicBezTo>
                    <a:pt x="2289" y="5801"/>
                    <a:pt x="2256" y="5802"/>
                    <a:pt x="2223" y="5802"/>
                  </a:cubicBezTo>
                  <a:cubicBezTo>
                    <a:pt x="2052" y="5802"/>
                    <a:pt x="1878" y="5787"/>
                    <a:pt x="1714" y="5754"/>
                  </a:cubicBezTo>
                  <a:cubicBezTo>
                    <a:pt x="1518" y="5715"/>
                    <a:pt x="1322" y="5663"/>
                    <a:pt x="1152" y="5565"/>
                  </a:cubicBezTo>
                  <a:cubicBezTo>
                    <a:pt x="988" y="5467"/>
                    <a:pt x="831" y="5336"/>
                    <a:pt x="707" y="5179"/>
                  </a:cubicBezTo>
                  <a:cubicBezTo>
                    <a:pt x="589" y="5022"/>
                    <a:pt x="485" y="4852"/>
                    <a:pt x="413" y="4656"/>
                  </a:cubicBezTo>
                  <a:lnTo>
                    <a:pt x="361" y="4525"/>
                  </a:lnTo>
                  <a:lnTo>
                    <a:pt x="315" y="4368"/>
                  </a:lnTo>
                  <a:cubicBezTo>
                    <a:pt x="302" y="4277"/>
                    <a:pt x="282" y="4192"/>
                    <a:pt x="282" y="4087"/>
                  </a:cubicBezTo>
                  <a:cubicBezTo>
                    <a:pt x="276" y="3897"/>
                    <a:pt x="308" y="3701"/>
                    <a:pt x="354" y="3512"/>
                  </a:cubicBezTo>
                  <a:cubicBezTo>
                    <a:pt x="459" y="3132"/>
                    <a:pt x="635" y="2779"/>
                    <a:pt x="825" y="2465"/>
                  </a:cubicBezTo>
                  <a:cubicBezTo>
                    <a:pt x="1014" y="2152"/>
                    <a:pt x="1217" y="1864"/>
                    <a:pt x="1420" y="1609"/>
                  </a:cubicBezTo>
                  <a:cubicBezTo>
                    <a:pt x="1825" y="1099"/>
                    <a:pt x="2211" y="713"/>
                    <a:pt x="2479" y="445"/>
                  </a:cubicBezTo>
                  <a:cubicBezTo>
                    <a:pt x="2754" y="177"/>
                    <a:pt x="2917" y="33"/>
                    <a:pt x="2917" y="33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0"/>
            <p:cNvSpPr/>
            <p:nvPr/>
          </p:nvSpPr>
          <p:spPr>
            <a:xfrm>
              <a:off x="3167625" y="3139225"/>
              <a:ext cx="93550" cy="129650"/>
            </a:xfrm>
            <a:custGeom>
              <a:rect b="b" l="l" r="r" t="t"/>
              <a:pathLst>
                <a:path extrusionOk="0" h="5186" w="3742">
                  <a:moveTo>
                    <a:pt x="779" y="0"/>
                  </a:moveTo>
                  <a:lnTo>
                    <a:pt x="1" y="471"/>
                  </a:lnTo>
                  <a:lnTo>
                    <a:pt x="2590" y="5186"/>
                  </a:lnTo>
                  <a:lnTo>
                    <a:pt x="3741" y="448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0"/>
            <p:cNvSpPr/>
            <p:nvPr/>
          </p:nvSpPr>
          <p:spPr>
            <a:xfrm>
              <a:off x="3222075" y="3241275"/>
              <a:ext cx="654875" cy="1041050"/>
            </a:xfrm>
            <a:custGeom>
              <a:rect b="b" l="l" r="r" t="t"/>
              <a:pathLst>
                <a:path extrusionOk="0" h="41642" w="26195">
                  <a:moveTo>
                    <a:pt x="1122" y="0"/>
                  </a:moveTo>
                  <a:cubicBezTo>
                    <a:pt x="949" y="0"/>
                    <a:pt x="774" y="46"/>
                    <a:pt x="615" y="142"/>
                  </a:cubicBezTo>
                  <a:cubicBezTo>
                    <a:pt x="151" y="417"/>
                    <a:pt x="0" y="1025"/>
                    <a:pt x="282" y="1483"/>
                  </a:cubicBezTo>
                  <a:lnTo>
                    <a:pt x="24240" y="41166"/>
                  </a:lnTo>
                  <a:cubicBezTo>
                    <a:pt x="24425" y="41472"/>
                    <a:pt x="24749" y="41642"/>
                    <a:pt x="25081" y="41642"/>
                  </a:cubicBezTo>
                  <a:cubicBezTo>
                    <a:pt x="25253" y="41642"/>
                    <a:pt x="25428" y="41596"/>
                    <a:pt x="25587" y="41500"/>
                  </a:cubicBezTo>
                  <a:cubicBezTo>
                    <a:pt x="26051" y="41219"/>
                    <a:pt x="26195" y="40617"/>
                    <a:pt x="25920" y="40153"/>
                  </a:cubicBezTo>
                  <a:lnTo>
                    <a:pt x="1962" y="469"/>
                  </a:lnTo>
                  <a:cubicBezTo>
                    <a:pt x="1777" y="169"/>
                    <a:pt x="1454" y="0"/>
                    <a:pt x="1122" y="0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0"/>
            <p:cNvSpPr/>
            <p:nvPr/>
          </p:nvSpPr>
          <p:spPr>
            <a:xfrm>
              <a:off x="3263425" y="3309875"/>
              <a:ext cx="226925" cy="331700"/>
            </a:xfrm>
            <a:custGeom>
              <a:rect b="b" l="l" r="r" t="t"/>
              <a:pathLst>
                <a:path extrusionOk="0" h="13268" w="9077">
                  <a:moveTo>
                    <a:pt x="1681" y="1"/>
                  </a:moveTo>
                  <a:lnTo>
                    <a:pt x="1" y="1014"/>
                  </a:lnTo>
                  <a:lnTo>
                    <a:pt x="7396" y="13268"/>
                  </a:lnTo>
                  <a:lnTo>
                    <a:pt x="9076" y="12254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0"/>
            <p:cNvSpPr/>
            <p:nvPr/>
          </p:nvSpPr>
          <p:spPr>
            <a:xfrm>
              <a:off x="3319675" y="3403050"/>
              <a:ext cx="114275" cy="145200"/>
            </a:xfrm>
            <a:custGeom>
              <a:rect b="b" l="l" r="r" t="t"/>
              <a:pathLst>
                <a:path extrusionOk="0" h="5808" w="4571">
                  <a:moveTo>
                    <a:pt x="1680" y="1"/>
                  </a:moveTo>
                  <a:lnTo>
                    <a:pt x="0" y="1014"/>
                  </a:lnTo>
                  <a:lnTo>
                    <a:pt x="2897" y="5807"/>
                  </a:lnTo>
                  <a:lnTo>
                    <a:pt x="4571" y="4794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0"/>
            <p:cNvSpPr/>
            <p:nvPr/>
          </p:nvSpPr>
          <p:spPr>
            <a:xfrm>
              <a:off x="3252325" y="3267875"/>
              <a:ext cx="596500" cy="971825"/>
            </a:xfrm>
            <a:custGeom>
              <a:rect b="b" l="l" r="r" t="t"/>
              <a:pathLst>
                <a:path extrusionOk="0" h="38873" w="23860">
                  <a:moveTo>
                    <a:pt x="414" y="1"/>
                  </a:moveTo>
                  <a:cubicBezTo>
                    <a:pt x="351" y="1"/>
                    <a:pt x="286" y="17"/>
                    <a:pt x="229" y="53"/>
                  </a:cubicBezTo>
                  <a:cubicBezTo>
                    <a:pt x="59" y="157"/>
                    <a:pt x="0" y="380"/>
                    <a:pt x="105" y="550"/>
                  </a:cubicBezTo>
                  <a:lnTo>
                    <a:pt x="23134" y="38697"/>
                  </a:lnTo>
                  <a:cubicBezTo>
                    <a:pt x="23203" y="38809"/>
                    <a:pt x="23324" y="38873"/>
                    <a:pt x="23447" y="38873"/>
                  </a:cubicBezTo>
                  <a:cubicBezTo>
                    <a:pt x="23510" y="38873"/>
                    <a:pt x="23574" y="38856"/>
                    <a:pt x="23631" y="38821"/>
                  </a:cubicBezTo>
                  <a:cubicBezTo>
                    <a:pt x="23801" y="38716"/>
                    <a:pt x="23860" y="38494"/>
                    <a:pt x="23755" y="38324"/>
                  </a:cubicBezTo>
                  <a:lnTo>
                    <a:pt x="726" y="177"/>
                  </a:lnTo>
                  <a:cubicBezTo>
                    <a:pt x="661" y="64"/>
                    <a:pt x="539" y="1"/>
                    <a:pt x="414" y="1"/>
                  </a:cubicBezTo>
                  <a:close/>
                </a:path>
              </a:pathLst>
            </a:custGeom>
            <a:solidFill>
              <a:srgbClr val="FFFFFF">
                <a:alpha val="584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50"/>
          <p:cNvSpPr/>
          <p:nvPr/>
        </p:nvSpPr>
        <p:spPr>
          <a:xfrm>
            <a:off x="1918725" y="120052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0"/>
          <p:cNvSpPr/>
          <p:nvPr/>
        </p:nvSpPr>
        <p:spPr>
          <a:xfrm>
            <a:off x="2619625" y="212447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0"/>
          <p:cNvSpPr/>
          <p:nvPr/>
        </p:nvSpPr>
        <p:spPr>
          <a:xfrm>
            <a:off x="1193975" y="588325"/>
            <a:ext cx="147235" cy="147569"/>
          </a:xfrm>
          <a:custGeom>
            <a:rect b="b" l="l" r="r" t="t"/>
            <a:pathLst>
              <a:path extrusionOk="0" h="2649" w="2643">
                <a:moveTo>
                  <a:pt x="1322" y="0"/>
                </a:moveTo>
                <a:lnTo>
                  <a:pt x="851" y="857"/>
                </a:lnTo>
                <a:lnTo>
                  <a:pt x="1" y="1321"/>
                </a:lnTo>
                <a:lnTo>
                  <a:pt x="851" y="1792"/>
                </a:lnTo>
                <a:lnTo>
                  <a:pt x="1322" y="2648"/>
                </a:lnTo>
                <a:lnTo>
                  <a:pt x="1793" y="1792"/>
                </a:lnTo>
                <a:lnTo>
                  <a:pt x="2643" y="1321"/>
                </a:lnTo>
                <a:lnTo>
                  <a:pt x="1793" y="857"/>
                </a:lnTo>
                <a:lnTo>
                  <a:pt x="13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/>
          <p:nvPr>
            <p:ph type="title"/>
          </p:nvPr>
        </p:nvSpPr>
        <p:spPr>
          <a:xfrm>
            <a:off x="2863000" y="86800"/>
            <a:ext cx="43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</a:t>
            </a:r>
            <a:endParaRPr/>
          </a:p>
        </p:txBody>
      </p:sp>
      <p:pic>
        <p:nvPicPr>
          <p:cNvPr id="624" name="Google Shape;6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50" y="172275"/>
            <a:ext cx="2445375" cy="269227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5" name="Google Shape;625;p51"/>
          <p:cNvSpPr txBox="1"/>
          <p:nvPr/>
        </p:nvSpPr>
        <p:spPr>
          <a:xfrm>
            <a:off x="290875" y="225400"/>
            <a:ext cx="103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Initial Sketch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26" name="Google Shape;6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00" y="1820314"/>
            <a:ext cx="1821650" cy="2609399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7" name="Google Shape;627;p51"/>
          <p:cNvSpPr txBox="1"/>
          <p:nvPr/>
        </p:nvSpPr>
        <p:spPr>
          <a:xfrm>
            <a:off x="2708525" y="4483300"/>
            <a:ext cx="21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Cardboard Prototype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28" name="Google Shape;62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9475" y="1786775"/>
            <a:ext cx="1956100" cy="2609401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9" name="Google Shape;629;p51"/>
          <p:cNvSpPr txBox="1"/>
          <p:nvPr/>
        </p:nvSpPr>
        <p:spPr>
          <a:xfrm>
            <a:off x="4572000" y="1179800"/>
            <a:ext cx="244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First Printed Prototype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30" name="Google Shape;63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4650" y="539740"/>
            <a:ext cx="1821649" cy="3112383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1" name="Google Shape;631;p51"/>
          <p:cNvSpPr txBox="1"/>
          <p:nvPr/>
        </p:nvSpPr>
        <p:spPr>
          <a:xfrm>
            <a:off x="7017300" y="3847050"/>
            <a:ext cx="180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Second Prototype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2"/>
          <p:cNvSpPr txBox="1"/>
          <p:nvPr>
            <p:ph type="title"/>
          </p:nvPr>
        </p:nvSpPr>
        <p:spPr>
          <a:xfrm>
            <a:off x="246300" y="134950"/>
            <a:ext cx="43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Design</a:t>
            </a:r>
            <a:endParaRPr/>
          </a:p>
        </p:txBody>
      </p:sp>
      <p:pic>
        <p:nvPicPr>
          <p:cNvPr id="637" name="Google Shape;637;p52" title="WhatsApp Image 2026-04-09 at 10.51.07 AM (2).jpeg"/>
          <p:cNvPicPr preferRelativeResize="0"/>
          <p:nvPr/>
        </p:nvPicPr>
        <p:blipFill rotWithShape="1">
          <a:blip r:embed="rId3">
            <a:alphaModFix/>
          </a:blip>
          <a:srcRect b="0" l="20749" r="10271" t="20281"/>
          <a:stretch/>
        </p:blipFill>
        <p:spPr>
          <a:xfrm>
            <a:off x="3371429" y="1161076"/>
            <a:ext cx="2148090" cy="33100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8" name="Google Shape;638;p52" title="WhatsApp Image 2026-04-09 at 10.51.07 AM (3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8375" y="1161075"/>
            <a:ext cx="2482562" cy="33100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9" name="Google Shape;639;p52" title="WhatsApp Image 2026-04-09 at 10.51.07 AM (1).jpeg"/>
          <p:cNvPicPr preferRelativeResize="0"/>
          <p:nvPr/>
        </p:nvPicPr>
        <p:blipFill rotWithShape="1">
          <a:blip r:embed="rId5">
            <a:alphaModFix/>
          </a:blip>
          <a:srcRect b="10534" l="18787" r="16942" t="7866"/>
          <a:stretch/>
        </p:blipFill>
        <p:spPr>
          <a:xfrm>
            <a:off x="573063" y="1161075"/>
            <a:ext cx="2190315" cy="33100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3"/>
          <p:cNvSpPr txBox="1"/>
          <p:nvPr>
            <p:ph idx="1" type="body"/>
          </p:nvPr>
        </p:nvSpPr>
        <p:spPr>
          <a:xfrm>
            <a:off x="4572001" y="1439100"/>
            <a:ext cx="3076200" cy="17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Sensory Feedback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See Through</a:t>
            </a:r>
            <a:r>
              <a:rPr lang="en" sz="1800"/>
              <a:t> Door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Instructions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Ease of Use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23966482 (Provided by Getty Images)" id="645" name="Google Shape;645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745" r="16752" t="0"/>
          <a:stretch/>
        </p:blipFill>
        <p:spPr>
          <a:xfrm>
            <a:off x="794625" y="1285475"/>
            <a:ext cx="2875200" cy="2875200"/>
          </a:xfrm>
          <a:prstGeom prst="ellipse">
            <a:avLst/>
          </a:prstGeom>
        </p:spPr>
      </p:pic>
      <p:sp>
        <p:nvSpPr>
          <p:cNvPr id="646" name="Google Shape;646;p53"/>
          <p:cNvSpPr txBox="1"/>
          <p:nvPr>
            <p:ph type="title"/>
          </p:nvPr>
        </p:nvSpPr>
        <p:spPr>
          <a:xfrm>
            <a:off x="3921650" y="539750"/>
            <a:ext cx="552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Final Design Features</a:t>
            </a:r>
            <a:endParaRPr sz="3600"/>
          </a:p>
        </p:txBody>
      </p:sp>
      <p:sp>
        <p:nvSpPr>
          <p:cNvPr id="647" name="Google Shape;647;p53"/>
          <p:cNvSpPr txBox="1"/>
          <p:nvPr/>
        </p:nvSpPr>
        <p:spPr>
          <a:xfrm>
            <a:off x="4383900" y="14974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4"/>
          <p:cNvSpPr txBox="1"/>
          <p:nvPr>
            <p:ph idx="1" type="body"/>
          </p:nvPr>
        </p:nvSpPr>
        <p:spPr>
          <a:xfrm>
            <a:off x="4080375" y="937075"/>
            <a:ext cx="46716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/>
              <a:t>3D printed pieces required a great amount of sanding and physical alterations (prototype 1)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Greater tolerance added along with improvements to models (prototype 2)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</a:pPr>
            <a:r>
              <a:rPr lang="en"/>
              <a:t>Right-side end of arm would continue to catch on wall (prototype 2)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Made arm more rigid to axle with less surface area touching the wall (final version)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of the non-</a:t>
            </a:r>
            <a:r>
              <a:rPr lang="en"/>
              <a:t>collaborative</a:t>
            </a:r>
            <a:r>
              <a:rPr lang="en"/>
              <a:t> nature that we attacked our first milestone with, many problems </a:t>
            </a:r>
            <a:r>
              <a:rPr lang="en"/>
              <a:t>occurred</a:t>
            </a:r>
            <a:r>
              <a:rPr lang="en"/>
              <a:t> </a:t>
            </a:r>
            <a:r>
              <a:rPr lang="en"/>
              <a:t>during</a:t>
            </a:r>
            <a:r>
              <a:rPr lang="en"/>
              <a:t> the first </a:t>
            </a:r>
            <a:r>
              <a:rPr lang="en"/>
              <a:t>integration</a:t>
            </a:r>
            <a:r>
              <a:rPr lang="en"/>
              <a:t> of printed parts and Pico elements.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following milestones, we emphasised clear team </a:t>
            </a:r>
            <a:r>
              <a:rPr lang="en"/>
              <a:t>communication</a:t>
            </a:r>
            <a:r>
              <a:rPr lang="en"/>
              <a:t>, preventing many </a:t>
            </a:r>
            <a:r>
              <a:rPr lang="en"/>
              <a:t>possible</a:t>
            </a:r>
            <a:r>
              <a:rPr lang="en"/>
              <a:t> errors before they became a large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p54"/>
          <p:cNvSpPr txBox="1"/>
          <p:nvPr>
            <p:ph type="title"/>
          </p:nvPr>
        </p:nvSpPr>
        <p:spPr>
          <a:xfrm>
            <a:off x="4080375" y="169400"/>
            <a:ext cx="4935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Design Challenges</a:t>
            </a:r>
            <a:endParaRPr/>
          </a:p>
        </p:txBody>
      </p:sp>
      <p:sp>
        <p:nvSpPr>
          <p:cNvPr id="654" name="Google Shape;654;p54"/>
          <p:cNvSpPr/>
          <p:nvPr/>
        </p:nvSpPr>
        <p:spPr>
          <a:xfrm>
            <a:off x="1205022" y="3375930"/>
            <a:ext cx="141101" cy="14110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4"/>
          <p:cNvSpPr/>
          <p:nvPr/>
        </p:nvSpPr>
        <p:spPr>
          <a:xfrm>
            <a:off x="1843258" y="439494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4"/>
          <p:cNvSpPr/>
          <p:nvPr/>
        </p:nvSpPr>
        <p:spPr>
          <a:xfrm>
            <a:off x="659833" y="3325997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7604600" y="96350"/>
            <a:ext cx="497950" cy="497950"/>
          </a:xfrm>
          <a:custGeom>
            <a:rect b="b" l="l" r="r" t="t"/>
            <a:pathLst>
              <a:path extrusionOk="0" h="19918" w="19918">
                <a:moveTo>
                  <a:pt x="6853" y="0"/>
                </a:moveTo>
                <a:lnTo>
                  <a:pt x="6853" y="6853"/>
                </a:lnTo>
                <a:lnTo>
                  <a:pt x="0" y="6853"/>
                </a:lnTo>
                <a:lnTo>
                  <a:pt x="0" y="13064"/>
                </a:lnTo>
                <a:lnTo>
                  <a:pt x="6853" y="13064"/>
                </a:lnTo>
                <a:lnTo>
                  <a:pt x="6853" y="19917"/>
                </a:lnTo>
                <a:lnTo>
                  <a:pt x="13065" y="19917"/>
                </a:lnTo>
                <a:lnTo>
                  <a:pt x="13065" y="13064"/>
                </a:lnTo>
                <a:lnTo>
                  <a:pt x="19917" y="13064"/>
                </a:lnTo>
                <a:lnTo>
                  <a:pt x="19917" y="6853"/>
                </a:lnTo>
                <a:lnTo>
                  <a:pt x="13065" y="6853"/>
                </a:lnTo>
                <a:lnTo>
                  <a:pt x="13065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4"/>
          <p:cNvSpPr/>
          <p:nvPr/>
        </p:nvSpPr>
        <p:spPr>
          <a:xfrm>
            <a:off x="1774038" y="7680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4"/>
          <p:cNvSpPr/>
          <p:nvPr/>
        </p:nvSpPr>
        <p:spPr>
          <a:xfrm>
            <a:off x="3153800" y="963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4"/>
          <p:cNvSpPr/>
          <p:nvPr/>
        </p:nvSpPr>
        <p:spPr>
          <a:xfrm>
            <a:off x="3536225" y="436335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4"/>
          <p:cNvSpPr/>
          <p:nvPr/>
        </p:nvSpPr>
        <p:spPr>
          <a:xfrm>
            <a:off x="8628125" y="3130700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F0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25" y="795525"/>
            <a:ext cx="3790950" cy="25273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55" title="20210522_stp509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864" r="12887" t="0"/>
          <a:stretch/>
        </p:blipFill>
        <p:spPr>
          <a:xfrm>
            <a:off x="293425" y="852925"/>
            <a:ext cx="2979000" cy="2979000"/>
          </a:xfrm>
          <a:prstGeom prst="ellipse">
            <a:avLst/>
          </a:prstGeom>
        </p:spPr>
      </p:pic>
      <p:sp>
        <p:nvSpPr>
          <p:cNvPr id="668" name="Google Shape;668;p55"/>
          <p:cNvSpPr txBox="1"/>
          <p:nvPr>
            <p:ph type="title"/>
          </p:nvPr>
        </p:nvSpPr>
        <p:spPr>
          <a:xfrm>
            <a:off x="3966250" y="165050"/>
            <a:ext cx="4121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</a:t>
            </a:r>
            <a:endParaRPr/>
          </a:p>
        </p:txBody>
      </p:sp>
      <p:pic>
        <p:nvPicPr>
          <p:cNvPr id="669" name="Google Shape;66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750" y="979500"/>
            <a:ext cx="5566774" cy="3350442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6"/>
          <p:cNvSpPr txBox="1"/>
          <p:nvPr>
            <p:ph type="title"/>
          </p:nvPr>
        </p:nvSpPr>
        <p:spPr>
          <a:xfrm>
            <a:off x="2511450" y="165050"/>
            <a:ext cx="41211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 </a:t>
            </a:r>
            <a:endParaRPr/>
          </a:p>
        </p:txBody>
      </p:sp>
      <p:sp>
        <p:nvSpPr>
          <p:cNvPr id="675" name="Google Shape;675;p56"/>
          <p:cNvSpPr txBox="1"/>
          <p:nvPr/>
        </p:nvSpPr>
        <p:spPr>
          <a:xfrm>
            <a:off x="1241850" y="1158450"/>
            <a:ext cx="56718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aheim"/>
              <a:buChar char="●"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Teamwork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aheim"/>
              <a:buChar char="●"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System </a:t>
            </a: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Integration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aheim"/>
              <a:buChar char="●"/>
            </a:pPr>
            <a:r>
              <a:rPr lang="en" sz="1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Coordination</a:t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descr="Business solutions and teamwork flat vector illustration isolated. (Provided by Getty Images)" id="676" name="Google Shape;67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750" y="1158450"/>
            <a:ext cx="3443825" cy="229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7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Bibliography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2" name="Google Shape;682;p57"/>
          <p:cNvSpPr/>
          <p:nvPr/>
        </p:nvSpPr>
        <p:spPr>
          <a:xfrm>
            <a:off x="7056321" y="486110"/>
            <a:ext cx="106791" cy="106791"/>
          </a:xfrm>
          <a:custGeom>
            <a:rect b="b" l="l" r="r" t="t"/>
            <a:pathLst>
              <a:path extrusionOk="0" h="1917" w="1917">
                <a:moveTo>
                  <a:pt x="962" y="0"/>
                </a:moveTo>
                <a:lnTo>
                  <a:pt x="622" y="615"/>
                </a:lnTo>
                <a:lnTo>
                  <a:pt x="1" y="955"/>
                </a:lnTo>
                <a:lnTo>
                  <a:pt x="622" y="1295"/>
                </a:lnTo>
                <a:lnTo>
                  <a:pt x="962" y="1916"/>
                </a:lnTo>
                <a:lnTo>
                  <a:pt x="1302" y="1295"/>
                </a:lnTo>
                <a:lnTo>
                  <a:pt x="1916" y="955"/>
                </a:lnTo>
                <a:lnTo>
                  <a:pt x="1302" y="615"/>
                </a:lnTo>
                <a:lnTo>
                  <a:pt x="9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7"/>
          <p:cNvSpPr/>
          <p:nvPr/>
        </p:nvSpPr>
        <p:spPr>
          <a:xfrm>
            <a:off x="4510900" y="758938"/>
            <a:ext cx="245225" cy="245225"/>
          </a:xfrm>
          <a:custGeom>
            <a:rect b="b" l="l" r="r" t="t"/>
            <a:pathLst>
              <a:path extrusionOk="0" h="9809" w="9809">
                <a:moveTo>
                  <a:pt x="3374" y="0"/>
                </a:moveTo>
                <a:lnTo>
                  <a:pt x="3374" y="3374"/>
                </a:lnTo>
                <a:lnTo>
                  <a:pt x="0" y="3374"/>
                </a:lnTo>
                <a:lnTo>
                  <a:pt x="0" y="6434"/>
                </a:lnTo>
                <a:lnTo>
                  <a:pt x="3374" y="6434"/>
                </a:lnTo>
                <a:lnTo>
                  <a:pt x="3374" y="9808"/>
                </a:lnTo>
                <a:lnTo>
                  <a:pt x="6434" y="9808"/>
                </a:lnTo>
                <a:lnTo>
                  <a:pt x="6434" y="6434"/>
                </a:lnTo>
                <a:lnTo>
                  <a:pt x="9808" y="6434"/>
                </a:lnTo>
                <a:lnTo>
                  <a:pt x="9808" y="3374"/>
                </a:lnTo>
                <a:lnTo>
                  <a:pt x="6434" y="3374"/>
                </a:lnTo>
                <a:lnTo>
                  <a:pt x="6434" y="0"/>
                </a:lnTo>
                <a:close/>
              </a:path>
            </a:pathLst>
          </a:custGeom>
          <a:solidFill>
            <a:srgbClr val="A7BD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p57"/>
          <p:cNvGrpSpPr/>
          <p:nvPr/>
        </p:nvGrpSpPr>
        <p:grpSpPr>
          <a:xfrm rot="599300">
            <a:off x="6185555" y="222137"/>
            <a:ext cx="649971" cy="640268"/>
            <a:chOff x="3976000" y="1364150"/>
            <a:chExt cx="437300" cy="430800"/>
          </a:xfrm>
        </p:grpSpPr>
        <p:sp>
          <p:nvSpPr>
            <p:cNvPr id="685" name="Google Shape;685;p57"/>
            <p:cNvSpPr/>
            <p:nvPr/>
          </p:nvSpPr>
          <p:spPr>
            <a:xfrm>
              <a:off x="3976000" y="1364150"/>
              <a:ext cx="437300" cy="430800"/>
            </a:xfrm>
            <a:custGeom>
              <a:rect b="b" l="l" r="r" t="t"/>
              <a:pathLst>
                <a:path extrusionOk="0" h="17232" w="17492">
                  <a:moveTo>
                    <a:pt x="5614" y="1"/>
                  </a:moveTo>
                  <a:cubicBezTo>
                    <a:pt x="5360" y="1"/>
                    <a:pt x="5090" y="22"/>
                    <a:pt x="4800" y="72"/>
                  </a:cubicBezTo>
                  <a:cubicBezTo>
                    <a:pt x="3014" y="379"/>
                    <a:pt x="687" y="1340"/>
                    <a:pt x="340" y="3812"/>
                  </a:cubicBezTo>
                  <a:cubicBezTo>
                    <a:pt x="0" y="6283"/>
                    <a:pt x="1131" y="8199"/>
                    <a:pt x="1609" y="10017"/>
                  </a:cubicBezTo>
                  <a:cubicBezTo>
                    <a:pt x="2093" y="11835"/>
                    <a:pt x="2400" y="15333"/>
                    <a:pt x="3191" y="16157"/>
                  </a:cubicBezTo>
                  <a:cubicBezTo>
                    <a:pt x="3818" y="16816"/>
                    <a:pt x="4626" y="17232"/>
                    <a:pt x="5151" y="17232"/>
                  </a:cubicBezTo>
                  <a:cubicBezTo>
                    <a:pt x="5283" y="17232"/>
                    <a:pt x="5397" y="17206"/>
                    <a:pt x="5486" y="17151"/>
                  </a:cubicBezTo>
                  <a:cubicBezTo>
                    <a:pt x="5931" y="16876"/>
                    <a:pt x="6402" y="15607"/>
                    <a:pt x="6643" y="14614"/>
                  </a:cubicBezTo>
                  <a:cubicBezTo>
                    <a:pt x="6879" y="13620"/>
                    <a:pt x="7239" y="12659"/>
                    <a:pt x="8742" y="12659"/>
                  </a:cubicBezTo>
                  <a:cubicBezTo>
                    <a:pt x="10253" y="12659"/>
                    <a:pt x="10606" y="13620"/>
                    <a:pt x="10848" y="14614"/>
                  </a:cubicBezTo>
                  <a:cubicBezTo>
                    <a:pt x="11090" y="15607"/>
                    <a:pt x="11554" y="16876"/>
                    <a:pt x="12005" y="17151"/>
                  </a:cubicBezTo>
                  <a:cubicBezTo>
                    <a:pt x="12094" y="17206"/>
                    <a:pt x="12208" y="17232"/>
                    <a:pt x="12340" y="17232"/>
                  </a:cubicBezTo>
                  <a:cubicBezTo>
                    <a:pt x="12864" y="17232"/>
                    <a:pt x="13668" y="16816"/>
                    <a:pt x="14300" y="16157"/>
                  </a:cubicBezTo>
                  <a:cubicBezTo>
                    <a:pt x="15092" y="15333"/>
                    <a:pt x="15399" y="11835"/>
                    <a:pt x="15876" y="10017"/>
                  </a:cubicBezTo>
                  <a:cubicBezTo>
                    <a:pt x="16360" y="8199"/>
                    <a:pt x="17491" y="6283"/>
                    <a:pt x="17145" y="3812"/>
                  </a:cubicBezTo>
                  <a:cubicBezTo>
                    <a:pt x="16805" y="1340"/>
                    <a:pt x="14470" y="379"/>
                    <a:pt x="12692" y="72"/>
                  </a:cubicBezTo>
                  <a:cubicBezTo>
                    <a:pt x="12402" y="22"/>
                    <a:pt x="12131" y="1"/>
                    <a:pt x="11877" y="1"/>
                  </a:cubicBezTo>
                  <a:cubicBezTo>
                    <a:pt x="10568" y="1"/>
                    <a:pt x="9690" y="555"/>
                    <a:pt x="8742" y="555"/>
                  </a:cubicBezTo>
                  <a:cubicBezTo>
                    <a:pt x="7795" y="555"/>
                    <a:pt x="6921" y="1"/>
                    <a:pt x="5614" y="1"/>
                  </a:cubicBez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7"/>
            <p:cNvSpPr/>
            <p:nvPr/>
          </p:nvSpPr>
          <p:spPr>
            <a:xfrm>
              <a:off x="4130300" y="1380150"/>
              <a:ext cx="124425" cy="34350"/>
            </a:xfrm>
            <a:custGeom>
              <a:rect b="b" l="l" r="r" t="t"/>
              <a:pathLst>
                <a:path extrusionOk="0" h="1374" w="4977">
                  <a:moveTo>
                    <a:pt x="1" y="0"/>
                  </a:moveTo>
                  <a:cubicBezTo>
                    <a:pt x="1" y="759"/>
                    <a:pt x="1112" y="1374"/>
                    <a:pt x="2485" y="1374"/>
                  </a:cubicBezTo>
                  <a:cubicBezTo>
                    <a:pt x="3859" y="1374"/>
                    <a:pt x="4977" y="759"/>
                    <a:pt x="4977" y="0"/>
                  </a:cubicBezTo>
                  <a:lnTo>
                    <a:pt x="4977" y="0"/>
                  </a:lnTo>
                  <a:cubicBezTo>
                    <a:pt x="4977" y="0"/>
                    <a:pt x="3858" y="517"/>
                    <a:pt x="2485" y="517"/>
                  </a:cubicBezTo>
                  <a:cubicBezTo>
                    <a:pt x="1112" y="5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7"/>
            <p:cNvSpPr/>
            <p:nvPr/>
          </p:nvSpPr>
          <p:spPr>
            <a:xfrm>
              <a:off x="4005575" y="1414475"/>
              <a:ext cx="105325" cy="111625"/>
            </a:xfrm>
            <a:custGeom>
              <a:rect b="b" l="l" r="r" t="t"/>
              <a:pathLst>
                <a:path extrusionOk="0" h="4465" w="4213">
                  <a:moveTo>
                    <a:pt x="2750" y="0"/>
                  </a:moveTo>
                  <a:cubicBezTo>
                    <a:pt x="2309" y="0"/>
                    <a:pt x="1784" y="236"/>
                    <a:pt x="1204" y="837"/>
                  </a:cubicBezTo>
                  <a:cubicBezTo>
                    <a:pt x="92" y="1995"/>
                    <a:pt x="1" y="3852"/>
                    <a:pt x="1204" y="4368"/>
                  </a:cubicBezTo>
                  <a:cubicBezTo>
                    <a:pt x="1357" y="4434"/>
                    <a:pt x="1515" y="4464"/>
                    <a:pt x="1676" y="4464"/>
                  </a:cubicBezTo>
                  <a:cubicBezTo>
                    <a:pt x="2784" y="4464"/>
                    <a:pt x="4000" y="3038"/>
                    <a:pt x="4120" y="1897"/>
                  </a:cubicBezTo>
                  <a:cubicBezTo>
                    <a:pt x="4213" y="1018"/>
                    <a:pt x="3665" y="0"/>
                    <a:pt x="2750" y="0"/>
                  </a:cubicBezTo>
                  <a:close/>
                </a:path>
              </a:pathLst>
            </a:custGeom>
            <a:solidFill>
              <a:srgbClr val="FFFFFF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7"/>
            <p:cNvSpPr/>
            <p:nvPr/>
          </p:nvSpPr>
          <p:spPr>
            <a:xfrm>
              <a:off x="4043000" y="1726050"/>
              <a:ext cx="99925" cy="68900"/>
            </a:xfrm>
            <a:custGeom>
              <a:rect b="b" l="l" r="r" t="t"/>
              <a:pathLst>
                <a:path extrusionOk="0" h="2756" w="3997">
                  <a:moveTo>
                    <a:pt x="3996" y="0"/>
                  </a:moveTo>
                  <a:cubicBezTo>
                    <a:pt x="3217" y="889"/>
                    <a:pt x="2390" y="1148"/>
                    <a:pt x="1693" y="1148"/>
                  </a:cubicBezTo>
                  <a:cubicBezTo>
                    <a:pt x="722" y="1148"/>
                    <a:pt x="1" y="648"/>
                    <a:pt x="1" y="648"/>
                  </a:cubicBezTo>
                  <a:lnTo>
                    <a:pt x="1" y="648"/>
                  </a:lnTo>
                  <a:cubicBezTo>
                    <a:pt x="151" y="1112"/>
                    <a:pt x="315" y="1478"/>
                    <a:pt x="511" y="1681"/>
                  </a:cubicBezTo>
                  <a:cubicBezTo>
                    <a:pt x="1138" y="2340"/>
                    <a:pt x="1946" y="2756"/>
                    <a:pt x="2471" y="2756"/>
                  </a:cubicBezTo>
                  <a:cubicBezTo>
                    <a:pt x="2603" y="2756"/>
                    <a:pt x="2717" y="2730"/>
                    <a:pt x="2806" y="2675"/>
                  </a:cubicBezTo>
                  <a:cubicBezTo>
                    <a:pt x="3251" y="2400"/>
                    <a:pt x="3722" y="1131"/>
                    <a:pt x="3963" y="138"/>
                  </a:cubicBezTo>
                  <a:cubicBezTo>
                    <a:pt x="3970" y="92"/>
                    <a:pt x="3983" y="46"/>
                    <a:pt x="3996" y="0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7"/>
            <p:cNvSpPr/>
            <p:nvPr/>
          </p:nvSpPr>
          <p:spPr>
            <a:xfrm>
              <a:off x="4194550" y="1531025"/>
              <a:ext cx="205350" cy="263925"/>
            </a:xfrm>
            <a:custGeom>
              <a:rect b="b" l="l" r="r" t="t"/>
              <a:pathLst>
                <a:path extrusionOk="0" h="10557" w="8214">
                  <a:moveTo>
                    <a:pt x="8213" y="1"/>
                  </a:moveTo>
                  <a:lnTo>
                    <a:pt x="8213" y="1"/>
                  </a:lnTo>
                  <a:cubicBezTo>
                    <a:pt x="6539" y="4002"/>
                    <a:pt x="3773" y="5846"/>
                    <a:pt x="0" y="5984"/>
                  </a:cubicBezTo>
                  <a:cubicBezTo>
                    <a:pt x="1511" y="5984"/>
                    <a:pt x="1864" y="6945"/>
                    <a:pt x="2106" y="7939"/>
                  </a:cubicBezTo>
                  <a:cubicBezTo>
                    <a:pt x="2348" y="8932"/>
                    <a:pt x="2812" y="10201"/>
                    <a:pt x="3263" y="10476"/>
                  </a:cubicBezTo>
                  <a:cubicBezTo>
                    <a:pt x="3352" y="10531"/>
                    <a:pt x="3466" y="10557"/>
                    <a:pt x="3598" y="10557"/>
                  </a:cubicBezTo>
                  <a:cubicBezTo>
                    <a:pt x="4122" y="10557"/>
                    <a:pt x="4926" y="10141"/>
                    <a:pt x="5558" y="9482"/>
                  </a:cubicBezTo>
                  <a:cubicBezTo>
                    <a:pt x="6350" y="8658"/>
                    <a:pt x="6657" y="5160"/>
                    <a:pt x="7134" y="3342"/>
                  </a:cubicBezTo>
                  <a:cubicBezTo>
                    <a:pt x="7415" y="2296"/>
                    <a:pt x="7912" y="1210"/>
                    <a:pt x="8213" y="1"/>
                  </a:cubicBez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7"/>
            <p:cNvSpPr/>
            <p:nvPr/>
          </p:nvSpPr>
          <p:spPr>
            <a:xfrm>
              <a:off x="4110525" y="1569125"/>
              <a:ext cx="21450" cy="21425"/>
            </a:xfrm>
            <a:custGeom>
              <a:rect b="b" l="l" r="r" t="t"/>
              <a:pathLst>
                <a:path extrusionOk="0" h="857" w="858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7" y="857"/>
                    <a:pt x="857" y="667"/>
                    <a:pt x="857" y="432"/>
                  </a:cubicBezTo>
                  <a:cubicBezTo>
                    <a:pt x="857" y="196"/>
                    <a:pt x="667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7"/>
            <p:cNvSpPr/>
            <p:nvPr/>
          </p:nvSpPr>
          <p:spPr>
            <a:xfrm>
              <a:off x="4257150" y="1569125"/>
              <a:ext cx="21600" cy="21425"/>
            </a:xfrm>
            <a:custGeom>
              <a:rect b="b" l="l" r="r" t="t"/>
              <a:pathLst>
                <a:path extrusionOk="0" h="857" w="864">
                  <a:moveTo>
                    <a:pt x="432" y="0"/>
                  </a:moveTo>
                  <a:cubicBezTo>
                    <a:pt x="197" y="0"/>
                    <a:pt x="1" y="196"/>
                    <a:pt x="1" y="432"/>
                  </a:cubicBezTo>
                  <a:cubicBezTo>
                    <a:pt x="1" y="667"/>
                    <a:pt x="197" y="857"/>
                    <a:pt x="432" y="857"/>
                  </a:cubicBezTo>
                  <a:cubicBezTo>
                    <a:pt x="668" y="857"/>
                    <a:pt x="864" y="667"/>
                    <a:pt x="864" y="432"/>
                  </a:cubicBezTo>
                  <a:cubicBezTo>
                    <a:pt x="864" y="196"/>
                    <a:pt x="668" y="0"/>
                    <a:pt x="432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7"/>
            <p:cNvSpPr/>
            <p:nvPr/>
          </p:nvSpPr>
          <p:spPr>
            <a:xfrm>
              <a:off x="4142725" y="1575650"/>
              <a:ext cx="103825" cy="49550"/>
            </a:xfrm>
            <a:custGeom>
              <a:rect b="b" l="l" r="r" t="t"/>
              <a:pathLst>
                <a:path extrusionOk="0" h="1982" w="4153">
                  <a:moveTo>
                    <a:pt x="848" y="0"/>
                  </a:moveTo>
                  <a:cubicBezTo>
                    <a:pt x="748" y="0"/>
                    <a:pt x="644" y="19"/>
                    <a:pt x="530" y="66"/>
                  </a:cubicBezTo>
                  <a:cubicBezTo>
                    <a:pt x="1" y="288"/>
                    <a:pt x="105" y="1982"/>
                    <a:pt x="2073" y="1982"/>
                  </a:cubicBezTo>
                  <a:cubicBezTo>
                    <a:pt x="4048" y="1982"/>
                    <a:pt x="4153" y="288"/>
                    <a:pt x="3617" y="66"/>
                  </a:cubicBezTo>
                  <a:cubicBezTo>
                    <a:pt x="3504" y="19"/>
                    <a:pt x="3401" y="0"/>
                    <a:pt x="3301" y="0"/>
                  </a:cubicBezTo>
                  <a:cubicBezTo>
                    <a:pt x="2932" y="0"/>
                    <a:pt x="2614" y="256"/>
                    <a:pt x="2073" y="256"/>
                  </a:cubicBezTo>
                  <a:cubicBezTo>
                    <a:pt x="1533" y="256"/>
                    <a:pt x="1219" y="0"/>
                    <a:pt x="848" y="0"/>
                  </a:cubicBezTo>
                  <a:close/>
                </a:path>
              </a:pathLst>
            </a:custGeom>
            <a:solidFill>
              <a:srgbClr val="1C0D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7"/>
            <p:cNvSpPr/>
            <p:nvPr/>
          </p:nvSpPr>
          <p:spPr>
            <a:xfrm>
              <a:off x="4163500" y="1603775"/>
              <a:ext cx="62300" cy="21425"/>
            </a:xfrm>
            <a:custGeom>
              <a:rect b="b" l="l" r="r" t="t"/>
              <a:pathLst>
                <a:path extrusionOk="0" h="857" w="2492">
                  <a:moveTo>
                    <a:pt x="1242" y="0"/>
                  </a:moveTo>
                  <a:cubicBezTo>
                    <a:pt x="693" y="0"/>
                    <a:pt x="216" y="216"/>
                    <a:pt x="0" y="523"/>
                  </a:cubicBezTo>
                  <a:cubicBezTo>
                    <a:pt x="288" y="720"/>
                    <a:pt x="693" y="857"/>
                    <a:pt x="1242" y="857"/>
                  </a:cubicBezTo>
                  <a:cubicBezTo>
                    <a:pt x="1798" y="857"/>
                    <a:pt x="2204" y="720"/>
                    <a:pt x="2491" y="523"/>
                  </a:cubicBezTo>
                  <a:cubicBezTo>
                    <a:pt x="2276" y="216"/>
                    <a:pt x="1798" y="0"/>
                    <a:pt x="1242" y="0"/>
                  </a:cubicBezTo>
                  <a:close/>
                </a:path>
              </a:pathLst>
            </a:custGeom>
            <a:solidFill>
              <a:srgbClr val="F18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4" name="Google Shape;694;p57"/>
          <p:cNvGrpSpPr/>
          <p:nvPr/>
        </p:nvGrpSpPr>
        <p:grpSpPr>
          <a:xfrm rot="-796662">
            <a:off x="7132962" y="523616"/>
            <a:ext cx="2206391" cy="324302"/>
            <a:chOff x="969300" y="2908625"/>
            <a:chExt cx="1760750" cy="258800"/>
          </a:xfrm>
        </p:grpSpPr>
        <p:sp>
          <p:nvSpPr>
            <p:cNvPr id="695" name="Google Shape;695;p57"/>
            <p:cNvSpPr/>
            <p:nvPr/>
          </p:nvSpPr>
          <p:spPr>
            <a:xfrm>
              <a:off x="998900" y="2941100"/>
              <a:ext cx="366025" cy="152550"/>
            </a:xfrm>
            <a:custGeom>
              <a:rect b="b" l="l" r="r" t="t"/>
              <a:pathLst>
                <a:path extrusionOk="0" h="6102" w="14641">
                  <a:moveTo>
                    <a:pt x="0" y="1"/>
                  </a:moveTo>
                  <a:lnTo>
                    <a:pt x="667" y="6101"/>
                  </a:lnTo>
                  <a:lnTo>
                    <a:pt x="13974" y="6101"/>
                  </a:lnTo>
                  <a:lnTo>
                    <a:pt x="14641" y="1"/>
                  </a:lnTo>
                  <a:lnTo>
                    <a:pt x="14026" y="1"/>
                  </a:lnTo>
                  <a:lnTo>
                    <a:pt x="13738" y="1903"/>
                  </a:lnTo>
                  <a:lnTo>
                    <a:pt x="13738" y="1"/>
                  </a:lnTo>
                  <a:lnTo>
                    <a:pt x="7540" y="1"/>
                  </a:lnTo>
                  <a:lnTo>
                    <a:pt x="7324" y="1903"/>
                  </a:lnTo>
                  <a:lnTo>
                    <a:pt x="7108" y="1"/>
                  </a:lnTo>
                  <a:lnTo>
                    <a:pt x="1197" y="1"/>
                  </a:lnTo>
                  <a:lnTo>
                    <a:pt x="1197" y="190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1028000" y="2995700"/>
              <a:ext cx="330875" cy="97950"/>
            </a:xfrm>
            <a:custGeom>
              <a:rect b="b" l="l" r="r" t="t"/>
              <a:pathLst>
                <a:path extrusionOk="0" h="3918" w="13235">
                  <a:moveTo>
                    <a:pt x="13235" y="0"/>
                  </a:moveTo>
                  <a:lnTo>
                    <a:pt x="13235" y="0"/>
                  </a:lnTo>
                  <a:cubicBezTo>
                    <a:pt x="10260" y="3080"/>
                    <a:pt x="0" y="3917"/>
                    <a:pt x="0" y="3917"/>
                  </a:cubicBezTo>
                  <a:lnTo>
                    <a:pt x="12810" y="3917"/>
                  </a:lnTo>
                  <a:lnTo>
                    <a:pt x="13235" y="0"/>
                  </a:lnTo>
                  <a:close/>
                </a:path>
              </a:pathLst>
            </a:custGeom>
            <a:solidFill>
              <a:srgbClr val="BD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1061825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1" y="1"/>
                  </a:moveTo>
                  <a:lnTo>
                    <a:pt x="707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7"/>
            <p:cNvSpPr/>
            <p:nvPr/>
          </p:nvSpPr>
          <p:spPr>
            <a:xfrm>
              <a:off x="1112350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0" y="1"/>
                  </a:moveTo>
                  <a:lnTo>
                    <a:pt x="373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7"/>
            <p:cNvSpPr/>
            <p:nvPr/>
          </p:nvSpPr>
          <p:spPr>
            <a:xfrm>
              <a:off x="1271900" y="2941100"/>
              <a:ext cx="17675" cy="152550"/>
            </a:xfrm>
            <a:custGeom>
              <a:rect b="b" l="l" r="r" t="t"/>
              <a:pathLst>
                <a:path extrusionOk="0" fill="none" h="6102" w="707">
                  <a:moveTo>
                    <a:pt x="706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7"/>
            <p:cNvSpPr/>
            <p:nvPr/>
          </p:nvSpPr>
          <p:spPr>
            <a:xfrm>
              <a:off x="1229725" y="2941100"/>
              <a:ext cx="9325" cy="152550"/>
            </a:xfrm>
            <a:custGeom>
              <a:rect b="b" l="l" r="r" t="t"/>
              <a:pathLst>
                <a:path extrusionOk="0" fill="none" h="6102" w="373">
                  <a:moveTo>
                    <a:pt x="373" y="1"/>
                  </a:moveTo>
                  <a:lnTo>
                    <a:pt x="0" y="6101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65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969300" y="2908625"/>
              <a:ext cx="1760750" cy="258800"/>
            </a:xfrm>
            <a:custGeom>
              <a:rect b="b" l="l" r="r" t="t"/>
              <a:pathLst>
                <a:path extrusionOk="0" h="10352" w="70430">
                  <a:moveTo>
                    <a:pt x="40459" y="1"/>
                  </a:moveTo>
                  <a:cubicBezTo>
                    <a:pt x="32685" y="1"/>
                    <a:pt x="28143" y="1698"/>
                    <a:pt x="25999" y="2947"/>
                  </a:cubicBezTo>
                  <a:cubicBezTo>
                    <a:pt x="23710" y="4288"/>
                    <a:pt x="17544" y="6890"/>
                    <a:pt x="15766" y="6890"/>
                  </a:cubicBezTo>
                  <a:lnTo>
                    <a:pt x="1590" y="6890"/>
                  </a:lnTo>
                  <a:cubicBezTo>
                    <a:pt x="570" y="6890"/>
                    <a:pt x="1" y="8610"/>
                    <a:pt x="825" y="9368"/>
                  </a:cubicBezTo>
                  <a:cubicBezTo>
                    <a:pt x="1535" y="10022"/>
                    <a:pt x="5212" y="10351"/>
                    <a:pt x="7932" y="10351"/>
                  </a:cubicBezTo>
                  <a:cubicBezTo>
                    <a:pt x="8393" y="10351"/>
                    <a:pt x="8827" y="10342"/>
                    <a:pt x="9214" y="10323"/>
                  </a:cubicBezTo>
                  <a:cubicBezTo>
                    <a:pt x="11888" y="10199"/>
                    <a:pt x="17799" y="9558"/>
                    <a:pt x="21036" y="8034"/>
                  </a:cubicBezTo>
                  <a:cubicBezTo>
                    <a:pt x="24279" y="6511"/>
                    <a:pt x="26633" y="5877"/>
                    <a:pt x="30890" y="5877"/>
                  </a:cubicBezTo>
                  <a:lnTo>
                    <a:pt x="45256" y="5877"/>
                  </a:lnTo>
                  <a:cubicBezTo>
                    <a:pt x="46910" y="5877"/>
                    <a:pt x="59752" y="7021"/>
                    <a:pt x="63433" y="7021"/>
                  </a:cubicBezTo>
                  <a:cubicBezTo>
                    <a:pt x="67121" y="7021"/>
                    <a:pt x="68972" y="6805"/>
                    <a:pt x="69475" y="6256"/>
                  </a:cubicBezTo>
                  <a:cubicBezTo>
                    <a:pt x="70129" y="5543"/>
                    <a:pt x="70430" y="4477"/>
                    <a:pt x="68651" y="3712"/>
                  </a:cubicBezTo>
                  <a:cubicBezTo>
                    <a:pt x="67173" y="3078"/>
                    <a:pt x="50853" y="280"/>
                    <a:pt x="42078" y="25"/>
                  </a:cubicBezTo>
                  <a:cubicBezTo>
                    <a:pt x="41523" y="8"/>
                    <a:pt x="40984" y="1"/>
                    <a:pt x="404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1619775" y="2908650"/>
              <a:ext cx="753100" cy="87150"/>
            </a:xfrm>
            <a:custGeom>
              <a:rect b="b" l="l" r="r" t="t"/>
              <a:pathLst>
                <a:path extrusionOk="0" h="3486" w="30124">
                  <a:moveTo>
                    <a:pt x="14470" y="1"/>
                  </a:moveTo>
                  <a:cubicBezTo>
                    <a:pt x="7582" y="1"/>
                    <a:pt x="3226" y="1327"/>
                    <a:pt x="823" y="2495"/>
                  </a:cubicBezTo>
                  <a:cubicBezTo>
                    <a:pt x="1" y="2946"/>
                    <a:pt x="64" y="3486"/>
                    <a:pt x="1175" y="3486"/>
                  </a:cubicBezTo>
                  <a:cubicBezTo>
                    <a:pt x="1609" y="3486"/>
                    <a:pt x="2204" y="3403"/>
                    <a:pt x="2968" y="3201"/>
                  </a:cubicBezTo>
                  <a:cubicBezTo>
                    <a:pt x="5204" y="2614"/>
                    <a:pt x="11480" y="1658"/>
                    <a:pt x="18954" y="1658"/>
                  </a:cubicBezTo>
                  <a:cubicBezTo>
                    <a:pt x="20550" y="1658"/>
                    <a:pt x="22201" y="1702"/>
                    <a:pt x="23879" y="1802"/>
                  </a:cubicBezTo>
                  <a:cubicBezTo>
                    <a:pt x="24773" y="1857"/>
                    <a:pt x="25563" y="1881"/>
                    <a:pt x="26261" y="1881"/>
                  </a:cubicBezTo>
                  <a:cubicBezTo>
                    <a:pt x="28149" y="1881"/>
                    <a:pt x="29360" y="1700"/>
                    <a:pt x="30124" y="1442"/>
                  </a:cubicBezTo>
                  <a:cubicBezTo>
                    <a:pt x="25246" y="743"/>
                    <a:pt x="19923" y="135"/>
                    <a:pt x="16059" y="24"/>
                  </a:cubicBezTo>
                  <a:cubicBezTo>
                    <a:pt x="15515" y="8"/>
                    <a:pt x="14985" y="1"/>
                    <a:pt x="14470" y="1"/>
                  </a:cubicBezTo>
                  <a:close/>
                </a:path>
              </a:pathLst>
            </a:custGeom>
            <a:solidFill>
              <a:srgbClr val="1A2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1028000" y="3017275"/>
              <a:ext cx="1690950" cy="150125"/>
            </a:xfrm>
            <a:custGeom>
              <a:rect b="b" l="l" r="r" t="t"/>
              <a:pathLst>
                <a:path extrusionOk="0" h="6005" w="67638">
                  <a:moveTo>
                    <a:pt x="32164" y="1"/>
                  </a:moveTo>
                  <a:cubicBezTo>
                    <a:pt x="25305" y="1"/>
                    <a:pt x="22252" y="831"/>
                    <a:pt x="17295" y="3054"/>
                  </a:cubicBezTo>
                  <a:cubicBezTo>
                    <a:pt x="13238" y="4872"/>
                    <a:pt x="7445" y="5684"/>
                    <a:pt x="2857" y="5684"/>
                  </a:cubicBezTo>
                  <a:cubicBezTo>
                    <a:pt x="1834" y="5684"/>
                    <a:pt x="871" y="5644"/>
                    <a:pt x="0" y="5565"/>
                  </a:cubicBezTo>
                  <a:lnTo>
                    <a:pt x="0" y="5565"/>
                  </a:lnTo>
                  <a:cubicBezTo>
                    <a:pt x="1507" y="5858"/>
                    <a:pt x="3771" y="6004"/>
                    <a:pt x="5597" y="6004"/>
                  </a:cubicBezTo>
                  <a:cubicBezTo>
                    <a:pt x="6054" y="6004"/>
                    <a:pt x="6483" y="5995"/>
                    <a:pt x="6866" y="5977"/>
                  </a:cubicBezTo>
                  <a:cubicBezTo>
                    <a:pt x="9540" y="5853"/>
                    <a:pt x="15451" y="5212"/>
                    <a:pt x="18695" y="3688"/>
                  </a:cubicBezTo>
                  <a:cubicBezTo>
                    <a:pt x="21931" y="2165"/>
                    <a:pt x="24285" y="1531"/>
                    <a:pt x="28542" y="1531"/>
                  </a:cubicBezTo>
                  <a:lnTo>
                    <a:pt x="42908" y="1531"/>
                  </a:lnTo>
                  <a:cubicBezTo>
                    <a:pt x="44562" y="1531"/>
                    <a:pt x="57404" y="2675"/>
                    <a:pt x="61092" y="2675"/>
                  </a:cubicBezTo>
                  <a:cubicBezTo>
                    <a:pt x="64773" y="2675"/>
                    <a:pt x="66624" y="2459"/>
                    <a:pt x="67127" y="1910"/>
                  </a:cubicBezTo>
                  <a:cubicBezTo>
                    <a:pt x="67408" y="1596"/>
                    <a:pt x="67631" y="1223"/>
                    <a:pt x="67637" y="831"/>
                  </a:cubicBezTo>
                  <a:lnTo>
                    <a:pt x="67637" y="831"/>
                  </a:lnTo>
                  <a:cubicBezTo>
                    <a:pt x="67214" y="1718"/>
                    <a:pt x="66138" y="1972"/>
                    <a:pt x="64310" y="1972"/>
                  </a:cubicBezTo>
                  <a:cubicBezTo>
                    <a:pt x="63119" y="1972"/>
                    <a:pt x="61609" y="1864"/>
                    <a:pt x="59751" y="1753"/>
                  </a:cubicBezTo>
                  <a:cubicBezTo>
                    <a:pt x="55050" y="1472"/>
                    <a:pt x="39030" y="1"/>
                    <a:pt x="32164" y="1"/>
                  </a:cubicBezTo>
                  <a:close/>
                </a:path>
              </a:pathLst>
            </a:custGeom>
            <a:solidFill>
              <a:srgbClr val="4A60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57"/>
          <p:cNvSpPr txBox="1"/>
          <p:nvPr/>
        </p:nvSpPr>
        <p:spPr>
          <a:xfrm>
            <a:off x="382175" y="1331225"/>
            <a:ext cx="83796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[1] American Dental Association, “Home Oral Care Recommendations to Reduce the Risk of Caries and Gum Disease,” Jul. 22, 2024. [Online]. Available: https://www.ada.org/-/media/project/ada-organization/ada/ada-org/files/resources/library/oral-health-topics/ada_home_oral_care_flyer_2024july22.pdf  Accessed: Jan. 26, 2026.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[2] American Dental Association, “Toothbrushes,” Oct. 7, 2022. [Online]. Available: https://www.ada.org/resources/ada-library/oral-health-topics/toothbrushes. Accessed: Jan. 26, 2026.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[3] American Academy of Pediatric Dentistry, “Best Practices: Fluoride Therapy,” The Reference Manual of Pediatric Dentistry, 2025. [Online]. Available:https://www.aapd.org/media/Policies_Guidelines/BP_FluorideTherapy.pdf. Accessed: Jan. 26, 2026.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[4] Centers for Disease Control and Prevention, “About Dental Fluorosis,” May 15, 2024. [Online]. Available: https://www.cdc.gov/oral-health/about/about-dental-fluorosis.html. Accessed: Jan. 26, 2026.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[5] G. Thornton-Evans et al., “Use of Toothpaste and Toothbrushing Patterns Among Children and Adolescents — United States, 2013–2016,” MMWR Morb. Mortal. Wkly. Rep., vol. 68, no. 4, pp. 87–90, Feb. 1, 2019. [Online]. Available: https://www.cdc.gov/mmwr/volumes/68/wr/mm6804a3.htm. Accessed: Jan. 26, 2026.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This </a:t>
            </a: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presentation</a:t>
            </a: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template was designed by Slidesgo</a:t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mportance of Oral Health Conference by Slidesgo">
  <a:themeElements>
    <a:clrScheme name="Simple Light">
      <a:dk1>
        <a:srgbClr val="1A2775"/>
      </a:dk1>
      <a:lt1>
        <a:srgbClr val="FFFFFF"/>
      </a:lt1>
      <a:dk2>
        <a:srgbClr val="95ACE5"/>
      </a:dk2>
      <a:lt2>
        <a:srgbClr val="A7BDEA"/>
      </a:lt2>
      <a:accent1>
        <a:srgbClr val="6B86D3"/>
      </a:accent1>
      <a:accent2>
        <a:srgbClr val="E4F2F2"/>
      </a:accent2>
      <a:accent3>
        <a:srgbClr val="D5DEF8"/>
      </a:accent3>
      <a:accent4>
        <a:srgbClr val="FFFFFF"/>
      </a:accent4>
      <a:accent5>
        <a:srgbClr val="FFFFFF"/>
      </a:accent5>
      <a:accent6>
        <a:srgbClr val="FFFFFF"/>
      </a:accent6>
      <a:hlink>
        <a:srgbClr val="1A27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